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TT Chocolates Bold" charset="1" panose="02000803020000020003"/>
      <p:regular r:id="rId22"/>
    </p:embeddedFont>
    <p:embeddedFont>
      <p:font typeface="TT Chocolates" charset="1" panose="02000503020000020003"/>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 Id="rId9" Target="../media/image10.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7.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3.pn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1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3.pn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3.pn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3.pn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1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embeddings/oleObject1.bin" Type="http://schemas.openxmlformats.org/officeDocument/2006/relationships/oleObjec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3.pn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1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3.pn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1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3.pn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1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3.pn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1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3.pn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1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3.pn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3.pn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1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3.png" Type="http://schemas.openxmlformats.org/officeDocument/2006/relationships/image"/><Relationship Id="rId7" Target="../media/image4.png" Type="http://schemas.openxmlformats.org/officeDocument/2006/relationships/image"/><Relationship Id="rId8" Target="../media/image5.svg" Type="http://schemas.openxmlformats.org/officeDocument/2006/relationships/image"/><Relationship Id="rId9" Target="../media/image1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png" Type="http://schemas.openxmlformats.org/officeDocument/2006/relationships/image"/><Relationship Id="rId11" Target="../media/image7.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22.png" Type="http://schemas.openxmlformats.org/officeDocument/2006/relationships/image"/><Relationship Id="rId6" Target="../media/image23.svg" Type="http://schemas.openxmlformats.org/officeDocument/2006/relationships/image"/><Relationship Id="rId7" Target="../media/image24.png" Type="http://schemas.openxmlformats.org/officeDocument/2006/relationships/image"/><Relationship Id="rId8" Target="../media/image4.png" Type="http://schemas.openxmlformats.org/officeDocument/2006/relationships/image"/><Relationship Id="rId9"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541980"/>
        </a:solidFill>
      </p:bgPr>
    </p:bg>
    <p:spTree>
      <p:nvGrpSpPr>
        <p:cNvPr id="1" name=""/>
        <p:cNvGrpSpPr/>
        <p:nvPr/>
      </p:nvGrpSpPr>
      <p:grpSpPr>
        <a:xfrm>
          <a:off x="0" y="0"/>
          <a:ext cx="0" cy="0"/>
          <a:chOff x="0" y="0"/>
          <a:chExt cx="0" cy="0"/>
        </a:xfrm>
      </p:grpSpPr>
      <p:sp>
        <p:nvSpPr>
          <p:cNvPr name="Freeform 2" id="2"/>
          <p:cNvSpPr/>
          <p:nvPr/>
        </p:nvSpPr>
        <p:spPr>
          <a:xfrm flipH="true" flipV="false" rot="0">
            <a:off x="586365" y="686399"/>
            <a:ext cx="17115270" cy="8914203"/>
          </a:xfrm>
          <a:custGeom>
            <a:avLst/>
            <a:gdLst/>
            <a:ahLst/>
            <a:cxnLst/>
            <a:rect r="r" b="b" t="t" l="l"/>
            <a:pathLst>
              <a:path h="8914203" w="17115270">
                <a:moveTo>
                  <a:pt x="17115270" y="0"/>
                </a:moveTo>
                <a:lnTo>
                  <a:pt x="0" y="0"/>
                </a:lnTo>
                <a:lnTo>
                  <a:pt x="0" y="8914202"/>
                </a:lnTo>
                <a:lnTo>
                  <a:pt x="17115270" y="8914202"/>
                </a:lnTo>
                <a:lnTo>
                  <a:pt x="1711527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04103">
            <a:off x="581139" y="820360"/>
            <a:ext cx="2400618" cy="2047436"/>
          </a:xfrm>
          <a:custGeom>
            <a:avLst/>
            <a:gdLst/>
            <a:ahLst/>
            <a:cxnLst/>
            <a:rect r="r" b="b" t="t" l="l"/>
            <a:pathLst>
              <a:path h="2047436" w="2400618">
                <a:moveTo>
                  <a:pt x="0" y="0"/>
                </a:moveTo>
                <a:lnTo>
                  <a:pt x="2400619" y="0"/>
                </a:lnTo>
                <a:lnTo>
                  <a:pt x="2400619" y="2047436"/>
                </a:lnTo>
                <a:lnTo>
                  <a:pt x="0" y="2047436"/>
                </a:lnTo>
                <a:lnTo>
                  <a:pt x="0" y="0"/>
                </a:lnTo>
                <a:close/>
              </a:path>
            </a:pathLst>
          </a:custGeom>
          <a:blipFill>
            <a:blip r:embed="rId4"/>
            <a:stretch>
              <a:fillRect l="0" t="0" r="0" b="0"/>
            </a:stretch>
          </a:blipFill>
        </p:spPr>
      </p:sp>
      <p:sp>
        <p:nvSpPr>
          <p:cNvPr name="Freeform 4" id="4"/>
          <p:cNvSpPr/>
          <p:nvPr/>
        </p:nvSpPr>
        <p:spPr>
          <a:xfrm flipH="false" flipV="true" rot="0">
            <a:off x="1241521" y="8197132"/>
            <a:ext cx="1244220" cy="1061168"/>
          </a:xfrm>
          <a:custGeom>
            <a:avLst/>
            <a:gdLst/>
            <a:ahLst/>
            <a:cxnLst/>
            <a:rect r="r" b="b" t="t" l="l"/>
            <a:pathLst>
              <a:path h="1061168" w="1244220">
                <a:moveTo>
                  <a:pt x="0" y="1061168"/>
                </a:moveTo>
                <a:lnTo>
                  <a:pt x="1244220" y="1061168"/>
                </a:lnTo>
                <a:lnTo>
                  <a:pt x="1244220" y="0"/>
                </a:lnTo>
                <a:lnTo>
                  <a:pt x="0" y="0"/>
                </a:lnTo>
                <a:lnTo>
                  <a:pt x="0" y="1061168"/>
                </a:lnTo>
                <a:close/>
              </a:path>
            </a:pathLst>
          </a:custGeom>
          <a:blipFill>
            <a:blip r:embed="rId4"/>
            <a:stretch>
              <a:fillRect l="0" t="0" r="0" b="0"/>
            </a:stretch>
          </a:blipFill>
        </p:spPr>
      </p:sp>
      <p:sp>
        <p:nvSpPr>
          <p:cNvPr name="Freeform 5" id="5"/>
          <p:cNvSpPr/>
          <p:nvPr/>
        </p:nvSpPr>
        <p:spPr>
          <a:xfrm flipH="true" flipV="true" rot="0">
            <a:off x="1781448" y="1968012"/>
            <a:ext cx="13401854" cy="6980132"/>
          </a:xfrm>
          <a:custGeom>
            <a:avLst/>
            <a:gdLst/>
            <a:ahLst/>
            <a:cxnLst/>
            <a:rect r="r" b="b" t="t" l="l"/>
            <a:pathLst>
              <a:path h="6980132" w="13401854">
                <a:moveTo>
                  <a:pt x="13401854" y="6980133"/>
                </a:moveTo>
                <a:lnTo>
                  <a:pt x="0" y="6980133"/>
                </a:lnTo>
                <a:lnTo>
                  <a:pt x="0" y="0"/>
                </a:lnTo>
                <a:lnTo>
                  <a:pt x="13401854" y="0"/>
                </a:lnTo>
                <a:lnTo>
                  <a:pt x="13401854" y="698013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348341" y="1415184"/>
            <a:ext cx="1005757" cy="857789"/>
          </a:xfrm>
          <a:custGeom>
            <a:avLst/>
            <a:gdLst/>
            <a:ahLst/>
            <a:cxnLst/>
            <a:rect r="r" b="b" t="t" l="l"/>
            <a:pathLst>
              <a:path h="857789" w="1005757">
                <a:moveTo>
                  <a:pt x="0" y="0"/>
                </a:moveTo>
                <a:lnTo>
                  <a:pt x="1005757" y="0"/>
                </a:lnTo>
                <a:lnTo>
                  <a:pt x="1005757" y="857788"/>
                </a:lnTo>
                <a:lnTo>
                  <a:pt x="0" y="857788"/>
                </a:lnTo>
                <a:lnTo>
                  <a:pt x="0" y="0"/>
                </a:lnTo>
                <a:close/>
              </a:path>
            </a:pathLst>
          </a:custGeom>
          <a:blipFill>
            <a:blip r:embed="rId4"/>
            <a:stretch>
              <a:fillRect l="0" t="0" r="0" b="0"/>
            </a:stretch>
          </a:blipFill>
        </p:spPr>
      </p:sp>
      <p:sp>
        <p:nvSpPr>
          <p:cNvPr name="Freeform 7" id="7"/>
          <p:cNvSpPr/>
          <p:nvPr/>
        </p:nvSpPr>
        <p:spPr>
          <a:xfrm flipH="false" flipV="false" rot="0">
            <a:off x="14488372" y="9363075"/>
            <a:ext cx="2505060" cy="2482287"/>
          </a:xfrm>
          <a:custGeom>
            <a:avLst/>
            <a:gdLst/>
            <a:ahLst/>
            <a:cxnLst/>
            <a:rect r="r" b="b" t="t" l="l"/>
            <a:pathLst>
              <a:path h="2482287" w="2505060">
                <a:moveTo>
                  <a:pt x="0" y="0"/>
                </a:moveTo>
                <a:lnTo>
                  <a:pt x="2505060" y="0"/>
                </a:lnTo>
                <a:lnTo>
                  <a:pt x="2505060" y="2482287"/>
                </a:lnTo>
                <a:lnTo>
                  <a:pt x="0" y="24822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6313045" y="1133475"/>
            <a:ext cx="680388" cy="654409"/>
          </a:xfrm>
          <a:custGeom>
            <a:avLst/>
            <a:gdLst/>
            <a:ahLst/>
            <a:cxnLst/>
            <a:rect r="r" b="b" t="t" l="l"/>
            <a:pathLst>
              <a:path h="654409" w="680388">
                <a:moveTo>
                  <a:pt x="0" y="0"/>
                </a:moveTo>
                <a:lnTo>
                  <a:pt x="680387" y="0"/>
                </a:lnTo>
                <a:lnTo>
                  <a:pt x="680387" y="654409"/>
                </a:lnTo>
                <a:lnTo>
                  <a:pt x="0" y="65440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7661529" y="7194492"/>
            <a:ext cx="820846" cy="789505"/>
          </a:xfrm>
          <a:custGeom>
            <a:avLst/>
            <a:gdLst/>
            <a:ahLst/>
            <a:cxnLst/>
            <a:rect r="r" b="b" t="t" l="l"/>
            <a:pathLst>
              <a:path h="789505" w="820846">
                <a:moveTo>
                  <a:pt x="0" y="0"/>
                </a:moveTo>
                <a:lnTo>
                  <a:pt x="820846" y="0"/>
                </a:lnTo>
                <a:lnTo>
                  <a:pt x="820846" y="789505"/>
                </a:lnTo>
                <a:lnTo>
                  <a:pt x="0" y="78950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2799485" y="2816563"/>
            <a:ext cx="11688887" cy="3684278"/>
          </a:xfrm>
          <a:prstGeom prst="rect">
            <a:avLst/>
          </a:prstGeom>
        </p:spPr>
        <p:txBody>
          <a:bodyPr anchor="t" rtlCol="false" tIns="0" lIns="0" bIns="0" rIns="0">
            <a:spAutoFit/>
          </a:bodyPr>
          <a:lstStyle/>
          <a:p>
            <a:pPr algn="just">
              <a:lnSpc>
                <a:spcPts val="7260"/>
              </a:lnSpc>
            </a:pPr>
            <a:r>
              <a:rPr lang="en-US" b="true" sz="6600" spc="66">
                <a:solidFill>
                  <a:srgbClr val="FFFFFF"/>
                </a:solidFill>
                <a:latin typeface="TT Chocolates Bold"/>
                <a:ea typeface="TT Chocolates Bold"/>
                <a:cs typeface="TT Chocolates Bold"/>
                <a:sym typeface="TT Chocolates Bold"/>
              </a:rPr>
              <a:t>Smilie-O-Mat: Antarmuka Fisik untuk Kontrol Grafis Real-Time Berbasis Arduino dan Integrasi API Mastodon</a:t>
            </a:r>
          </a:p>
        </p:txBody>
      </p:sp>
      <p:sp>
        <p:nvSpPr>
          <p:cNvPr name="TextBox 11" id="11"/>
          <p:cNvSpPr txBox="true"/>
          <p:nvPr/>
        </p:nvSpPr>
        <p:spPr>
          <a:xfrm rot="0">
            <a:off x="2847110" y="6959598"/>
            <a:ext cx="5042841" cy="584200"/>
          </a:xfrm>
          <a:prstGeom prst="rect">
            <a:avLst/>
          </a:prstGeom>
        </p:spPr>
        <p:txBody>
          <a:bodyPr anchor="t" rtlCol="false" tIns="0" lIns="0" bIns="0" rIns="0">
            <a:spAutoFit/>
          </a:bodyPr>
          <a:lstStyle/>
          <a:p>
            <a:pPr algn="l">
              <a:lnSpc>
                <a:spcPts val="4400"/>
              </a:lnSpc>
            </a:pPr>
            <a:r>
              <a:rPr lang="en-US" sz="4000">
                <a:solidFill>
                  <a:srgbClr val="FFFFFF"/>
                </a:solidFill>
                <a:latin typeface="TT Chocolates"/>
                <a:ea typeface="TT Chocolates"/>
                <a:cs typeface="TT Chocolates"/>
                <a:sym typeface="TT Chocolates"/>
              </a:rPr>
              <a:t>Oleh Kelompok 5 </a:t>
            </a:r>
          </a:p>
        </p:txBody>
      </p:sp>
      <p:sp>
        <p:nvSpPr>
          <p:cNvPr name="Freeform 12" id="12"/>
          <p:cNvSpPr/>
          <p:nvPr/>
        </p:nvSpPr>
        <p:spPr>
          <a:xfrm flipH="false" flipV="false" rot="0">
            <a:off x="3594623" y="-1721320"/>
            <a:ext cx="2651415" cy="2627311"/>
          </a:xfrm>
          <a:custGeom>
            <a:avLst/>
            <a:gdLst/>
            <a:ahLst/>
            <a:cxnLst/>
            <a:rect r="r" b="b" t="t" l="l"/>
            <a:pathLst>
              <a:path h="2627311" w="2651415">
                <a:moveTo>
                  <a:pt x="0" y="0"/>
                </a:moveTo>
                <a:lnTo>
                  <a:pt x="2651415" y="0"/>
                </a:lnTo>
                <a:lnTo>
                  <a:pt x="2651415" y="2627312"/>
                </a:lnTo>
                <a:lnTo>
                  <a:pt x="0" y="26273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541980"/>
        </a:solidFill>
      </p:bgPr>
    </p:bg>
    <p:spTree>
      <p:nvGrpSpPr>
        <p:cNvPr id="1" name=""/>
        <p:cNvGrpSpPr/>
        <p:nvPr/>
      </p:nvGrpSpPr>
      <p:grpSpPr>
        <a:xfrm>
          <a:off x="0" y="0"/>
          <a:ext cx="0" cy="0"/>
          <a:chOff x="0" y="0"/>
          <a:chExt cx="0" cy="0"/>
        </a:xfrm>
      </p:grpSpPr>
      <p:sp>
        <p:nvSpPr>
          <p:cNvPr name="Freeform 2" id="2"/>
          <p:cNvSpPr/>
          <p:nvPr/>
        </p:nvSpPr>
        <p:spPr>
          <a:xfrm flipH="true" flipV="false" rot="0">
            <a:off x="586365" y="686399"/>
            <a:ext cx="17115270" cy="8914203"/>
          </a:xfrm>
          <a:custGeom>
            <a:avLst/>
            <a:gdLst/>
            <a:ahLst/>
            <a:cxnLst/>
            <a:rect r="r" b="b" t="t" l="l"/>
            <a:pathLst>
              <a:path h="8914203" w="17115270">
                <a:moveTo>
                  <a:pt x="17115270" y="0"/>
                </a:moveTo>
                <a:lnTo>
                  <a:pt x="0" y="0"/>
                </a:lnTo>
                <a:lnTo>
                  <a:pt x="0" y="8914202"/>
                </a:lnTo>
                <a:lnTo>
                  <a:pt x="17115270" y="8914202"/>
                </a:lnTo>
                <a:lnTo>
                  <a:pt x="1711527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05074" y="1112809"/>
            <a:ext cx="15477852" cy="8061381"/>
          </a:xfrm>
          <a:custGeom>
            <a:avLst/>
            <a:gdLst/>
            <a:ahLst/>
            <a:cxnLst/>
            <a:rect r="r" b="b" t="t" l="l"/>
            <a:pathLst>
              <a:path h="8061381" w="15477852">
                <a:moveTo>
                  <a:pt x="15477852" y="8061382"/>
                </a:moveTo>
                <a:lnTo>
                  <a:pt x="0" y="8061382"/>
                </a:lnTo>
                <a:lnTo>
                  <a:pt x="0" y="0"/>
                </a:lnTo>
                <a:lnTo>
                  <a:pt x="15477852" y="0"/>
                </a:lnTo>
                <a:lnTo>
                  <a:pt x="15477852" y="806138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304103">
            <a:off x="581139" y="820360"/>
            <a:ext cx="2400618" cy="2047436"/>
          </a:xfrm>
          <a:custGeom>
            <a:avLst/>
            <a:gdLst/>
            <a:ahLst/>
            <a:cxnLst/>
            <a:rect r="r" b="b" t="t" l="l"/>
            <a:pathLst>
              <a:path h="2047436" w="2400618">
                <a:moveTo>
                  <a:pt x="0" y="0"/>
                </a:moveTo>
                <a:lnTo>
                  <a:pt x="2400619" y="0"/>
                </a:lnTo>
                <a:lnTo>
                  <a:pt x="2400619" y="2047436"/>
                </a:lnTo>
                <a:lnTo>
                  <a:pt x="0" y="2047436"/>
                </a:lnTo>
                <a:lnTo>
                  <a:pt x="0" y="0"/>
                </a:lnTo>
                <a:close/>
              </a:path>
            </a:pathLst>
          </a:custGeom>
          <a:blipFill>
            <a:blip r:embed="rId4"/>
            <a:stretch>
              <a:fillRect l="0" t="0" r="0" b="0"/>
            </a:stretch>
          </a:blipFill>
        </p:spPr>
      </p:sp>
      <p:sp>
        <p:nvSpPr>
          <p:cNvPr name="Freeform 5" id="5"/>
          <p:cNvSpPr/>
          <p:nvPr/>
        </p:nvSpPr>
        <p:spPr>
          <a:xfrm flipH="false" flipV="true" rot="0">
            <a:off x="1241521" y="8197132"/>
            <a:ext cx="1244220" cy="1061168"/>
          </a:xfrm>
          <a:custGeom>
            <a:avLst/>
            <a:gdLst/>
            <a:ahLst/>
            <a:cxnLst/>
            <a:rect r="r" b="b" t="t" l="l"/>
            <a:pathLst>
              <a:path h="1061168" w="1244220">
                <a:moveTo>
                  <a:pt x="0" y="1061168"/>
                </a:moveTo>
                <a:lnTo>
                  <a:pt x="1244220" y="1061168"/>
                </a:lnTo>
                <a:lnTo>
                  <a:pt x="1244220" y="0"/>
                </a:lnTo>
                <a:lnTo>
                  <a:pt x="0" y="0"/>
                </a:lnTo>
                <a:lnTo>
                  <a:pt x="0" y="1061168"/>
                </a:lnTo>
                <a:close/>
              </a:path>
            </a:pathLst>
          </a:custGeom>
          <a:blipFill>
            <a:blip r:embed="rId4"/>
            <a:stretch>
              <a:fillRect l="0" t="0" r="0" b="0"/>
            </a:stretch>
          </a:blipFill>
        </p:spPr>
      </p:sp>
      <p:sp>
        <p:nvSpPr>
          <p:cNvPr name="Freeform 6" id="6"/>
          <p:cNvSpPr/>
          <p:nvPr/>
        </p:nvSpPr>
        <p:spPr>
          <a:xfrm flipH="false" flipV="false" rot="0">
            <a:off x="15399330" y="1112809"/>
            <a:ext cx="1005757" cy="857789"/>
          </a:xfrm>
          <a:custGeom>
            <a:avLst/>
            <a:gdLst/>
            <a:ahLst/>
            <a:cxnLst/>
            <a:rect r="r" b="b" t="t" l="l"/>
            <a:pathLst>
              <a:path h="857789" w="1005757">
                <a:moveTo>
                  <a:pt x="0" y="0"/>
                </a:moveTo>
                <a:lnTo>
                  <a:pt x="1005757" y="0"/>
                </a:lnTo>
                <a:lnTo>
                  <a:pt x="1005757" y="857789"/>
                </a:lnTo>
                <a:lnTo>
                  <a:pt x="0" y="857789"/>
                </a:lnTo>
                <a:lnTo>
                  <a:pt x="0" y="0"/>
                </a:lnTo>
                <a:close/>
              </a:path>
            </a:pathLst>
          </a:custGeom>
          <a:blipFill>
            <a:blip r:embed="rId4"/>
            <a:stretch>
              <a:fillRect l="0" t="0" r="0" b="0"/>
            </a:stretch>
          </a:blipFill>
        </p:spPr>
      </p:sp>
      <p:sp>
        <p:nvSpPr>
          <p:cNvPr name="Freeform 7" id="7"/>
          <p:cNvSpPr/>
          <p:nvPr/>
        </p:nvSpPr>
        <p:spPr>
          <a:xfrm flipH="false" flipV="false" rot="0">
            <a:off x="3594623" y="-1721320"/>
            <a:ext cx="2651415" cy="2627311"/>
          </a:xfrm>
          <a:custGeom>
            <a:avLst/>
            <a:gdLst/>
            <a:ahLst/>
            <a:cxnLst/>
            <a:rect r="r" b="b" t="t" l="l"/>
            <a:pathLst>
              <a:path h="2627311" w="2651415">
                <a:moveTo>
                  <a:pt x="0" y="0"/>
                </a:moveTo>
                <a:lnTo>
                  <a:pt x="2651415" y="0"/>
                </a:lnTo>
                <a:lnTo>
                  <a:pt x="2651415" y="2627312"/>
                </a:lnTo>
                <a:lnTo>
                  <a:pt x="0" y="26273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1479340" y="9448800"/>
            <a:ext cx="2374695" cy="2353106"/>
          </a:xfrm>
          <a:custGeom>
            <a:avLst/>
            <a:gdLst/>
            <a:ahLst/>
            <a:cxnLst/>
            <a:rect r="r" b="b" t="t" l="l"/>
            <a:pathLst>
              <a:path h="2353106" w="2374695">
                <a:moveTo>
                  <a:pt x="0" y="0"/>
                </a:moveTo>
                <a:lnTo>
                  <a:pt x="2374695" y="0"/>
                </a:lnTo>
                <a:lnTo>
                  <a:pt x="2374695" y="2353106"/>
                </a:lnTo>
                <a:lnTo>
                  <a:pt x="0" y="23531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5768119" y="7468316"/>
            <a:ext cx="2229613" cy="2518800"/>
          </a:xfrm>
          <a:custGeom>
            <a:avLst/>
            <a:gdLst/>
            <a:ahLst/>
            <a:cxnLst/>
            <a:rect r="r" b="b" t="t" l="l"/>
            <a:pathLst>
              <a:path h="2518800" w="2229613">
                <a:moveTo>
                  <a:pt x="0" y="0"/>
                </a:moveTo>
                <a:lnTo>
                  <a:pt x="2229613" y="0"/>
                </a:lnTo>
                <a:lnTo>
                  <a:pt x="2229613" y="2518800"/>
                </a:lnTo>
                <a:lnTo>
                  <a:pt x="0" y="2518800"/>
                </a:lnTo>
                <a:lnTo>
                  <a:pt x="0" y="0"/>
                </a:lnTo>
                <a:close/>
              </a:path>
            </a:pathLst>
          </a:custGeom>
          <a:blipFill>
            <a:blip r:embed="rId7"/>
            <a:stretch>
              <a:fillRect l="0" t="0" r="0" b="0"/>
            </a:stretch>
          </a:blipFill>
        </p:spPr>
      </p:sp>
      <p:pic>
        <p:nvPicPr>
          <p:cNvPr name="Picture 10" id="10"/>
          <p:cNvPicPr>
            <a:picLocks noChangeAspect="true"/>
          </p:cNvPicPr>
          <p:nvPr/>
        </p:nvPicPr>
        <p:blipFill>
          <a:blip r:embed="rId8"/>
          <a:stretch>
            <a:fillRect/>
          </a:stretch>
        </p:blipFill>
        <p:spPr>
          <a:xfrm rot="0">
            <a:off x="3561436" y="3496710"/>
            <a:ext cx="2555741" cy="2671422"/>
          </a:xfrm>
          <a:prstGeom prst="rect">
            <a:avLst/>
          </a:prstGeom>
        </p:spPr>
      </p:pic>
      <p:sp>
        <p:nvSpPr>
          <p:cNvPr name="TextBox 11" id="11"/>
          <p:cNvSpPr txBox="true"/>
          <p:nvPr/>
        </p:nvSpPr>
        <p:spPr>
          <a:xfrm rot="0">
            <a:off x="1889483" y="2249221"/>
            <a:ext cx="14509033" cy="720725"/>
          </a:xfrm>
          <a:prstGeom prst="rect">
            <a:avLst/>
          </a:prstGeom>
        </p:spPr>
        <p:txBody>
          <a:bodyPr anchor="t" rtlCol="false" tIns="0" lIns="0" bIns="0" rIns="0">
            <a:spAutoFit/>
          </a:bodyPr>
          <a:lstStyle/>
          <a:p>
            <a:pPr algn="ctr">
              <a:lnSpc>
                <a:spcPts val="5499"/>
              </a:lnSpc>
            </a:pPr>
            <a:r>
              <a:rPr lang="en-US" sz="4999" b="true">
                <a:solidFill>
                  <a:srgbClr val="FFFFFF"/>
                </a:solidFill>
                <a:latin typeface="TT Chocolates Bold"/>
                <a:ea typeface="TT Chocolates Bold"/>
                <a:cs typeface="TT Chocolates Bold"/>
                <a:sym typeface="TT Chocolates Bold"/>
              </a:rPr>
              <a:t>Anggota Kelompok</a:t>
            </a:r>
          </a:p>
        </p:txBody>
      </p:sp>
      <p:sp>
        <p:nvSpPr>
          <p:cNvPr name="TextBox 12" id="12"/>
          <p:cNvSpPr txBox="true"/>
          <p:nvPr/>
        </p:nvSpPr>
        <p:spPr>
          <a:xfrm rot="0">
            <a:off x="3306084" y="6685370"/>
            <a:ext cx="3066444" cy="504825"/>
          </a:xfrm>
          <a:prstGeom prst="rect">
            <a:avLst/>
          </a:prstGeom>
        </p:spPr>
        <p:txBody>
          <a:bodyPr anchor="t" rtlCol="false" tIns="0" lIns="0" bIns="0" rIns="0">
            <a:spAutoFit/>
          </a:bodyPr>
          <a:lstStyle/>
          <a:p>
            <a:pPr algn="ctr">
              <a:lnSpc>
                <a:spcPts val="3960"/>
              </a:lnSpc>
            </a:pPr>
            <a:r>
              <a:rPr lang="en-US" sz="3300">
                <a:solidFill>
                  <a:srgbClr val="FFFFFF"/>
                </a:solidFill>
                <a:latin typeface="TT Chocolates"/>
                <a:ea typeface="TT Chocolates"/>
                <a:cs typeface="TT Chocolates"/>
                <a:sym typeface="TT Chocolates"/>
              </a:rPr>
              <a:t>Rifky Nuryadi</a:t>
            </a:r>
          </a:p>
        </p:txBody>
      </p:sp>
      <p:sp>
        <p:nvSpPr>
          <p:cNvPr name="TextBox 13" id="13"/>
          <p:cNvSpPr txBox="true"/>
          <p:nvPr/>
        </p:nvSpPr>
        <p:spPr>
          <a:xfrm rot="0">
            <a:off x="7610778" y="6685370"/>
            <a:ext cx="3066444" cy="504825"/>
          </a:xfrm>
          <a:prstGeom prst="rect">
            <a:avLst/>
          </a:prstGeom>
        </p:spPr>
        <p:txBody>
          <a:bodyPr anchor="t" rtlCol="false" tIns="0" lIns="0" bIns="0" rIns="0">
            <a:spAutoFit/>
          </a:bodyPr>
          <a:lstStyle/>
          <a:p>
            <a:pPr algn="ctr">
              <a:lnSpc>
                <a:spcPts val="3960"/>
              </a:lnSpc>
            </a:pPr>
            <a:r>
              <a:rPr lang="en-US" sz="3300">
                <a:solidFill>
                  <a:srgbClr val="FFFFFF"/>
                </a:solidFill>
                <a:latin typeface="TT Chocolates"/>
                <a:ea typeface="TT Chocolates"/>
                <a:cs typeface="TT Chocolates"/>
                <a:sym typeface="TT Chocolates"/>
              </a:rPr>
              <a:t>Muhammad Nur</a:t>
            </a:r>
          </a:p>
        </p:txBody>
      </p:sp>
      <p:sp>
        <p:nvSpPr>
          <p:cNvPr name="TextBox 14" id="14"/>
          <p:cNvSpPr txBox="true"/>
          <p:nvPr/>
        </p:nvSpPr>
        <p:spPr>
          <a:xfrm rot="0">
            <a:off x="11911702" y="6685370"/>
            <a:ext cx="3066444" cy="504825"/>
          </a:xfrm>
          <a:prstGeom prst="rect">
            <a:avLst/>
          </a:prstGeom>
        </p:spPr>
        <p:txBody>
          <a:bodyPr anchor="t" rtlCol="false" tIns="0" lIns="0" bIns="0" rIns="0">
            <a:spAutoFit/>
          </a:bodyPr>
          <a:lstStyle/>
          <a:p>
            <a:pPr algn="ctr">
              <a:lnSpc>
                <a:spcPts val="3960"/>
              </a:lnSpc>
            </a:pPr>
            <a:r>
              <a:rPr lang="en-US" sz="3300">
                <a:solidFill>
                  <a:srgbClr val="FFFFFF"/>
                </a:solidFill>
                <a:latin typeface="TT Chocolates"/>
                <a:ea typeface="TT Chocolates"/>
                <a:cs typeface="TT Chocolates"/>
                <a:sym typeface="TT Chocolates"/>
              </a:rPr>
              <a:t>Farras Iqbal</a:t>
            </a:r>
          </a:p>
        </p:txBody>
      </p:sp>
      <p:pic>
        <p:nvPicPr>
          <p:cNvPr name="Picture 15" id="15"/>
          <p:cNvPicPr>
            <a:picLocks noChangeAspect="true"/>
          </p:cNvPicPr>
          <p:nvPr/>
        </p:nvPicPr>
        <p:blipFill>
          <a:blip r:embed="rId9"/>
          <a:stretch>
            <a:fillRect/>
          </a:stretch>
        </p:blipFill>
        <p:spPr>
          <a:xfrm rot="0">
            <a:off x="7866130" y="3496710"/>
            <a:ext cx="2555741" cy="2671422"/>
          </a:xfrm>
          <a:prstGeom prst="rect">
            <a:avLst/>
          </a:prstGeom>
        </p:spPr>
      </p:pic>
      <p:pic>
        <p:nvPicPr>
          <p:cNvPr name="Picture 16" id="16"/>
          <p:cNvPicPr>
            <a:picLocks noChangeAspect="true"/>
          </p:cNvPicPr>
          <p:nvPr/>
        </p:nvPicPr>
        <p:blipFill>
          <a:blip r:embed="rId10"/>
          <a:stretch>
            <a:fillRect/>
          </a:stretch>
        </p:blipFill>
        <p:spPr>
          <a:xfrm rot="0">
            <a:off x="12170824" y="3496710"/>
            <a:ext cx="2555741" cy="2671422"/>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541980"/>
        </a:solidFill>
      </p:bgPr>
    </p:bg>
    <p:spTree>
      <p:nvGrpSpPr>
        <p:cNvPr id="1" name=""/>
        <p:cNvGrpSpPr/>
        <p:nvPr/>
      </p:nvGrpSpPr>
      <p:grpSpPr>
        <a:xfrm>
          <a:off x="0" y="0"/>
          <a:ext cx="0" cy="0"/>
          <a:chOff x="0" y="0"/>
          <a:chExt cx="0" cy="0"/>
        </a:xfrm>
      </p:grpSpPr>
      <p:sp>
        <p:nvSpPr>
          <p:cNvPr name="Freeform 2" id="2"/>
          <p:cNvSpPr/>
          <p:nvPr/>
        </p:nvSpPr>
        <p:spPr>
          <a:xfrm flipH="true" flipV="false" rot="0">
            <a:off x="586365" y="686399"/>
            <a:ext cx="17115270" cy="8914203"/>
          </a:xfrm>
          <a:custGeom>
            <a:avLst/>
            <a:gdLst/>
            <a:ahLst/>
            <a:cxnLst/>
            <a:rect r="r" b="b" t="t" l="l"/>
            <a:pathLst>
              <a:path h="8914203" w="17115270">
                <a:moveTo>
                  <a:pt x="17115270" y="0"/>
                </a:moveTo>
                <a:lnTo>
                  <a:pt x="0" y="0"/>
                </a:lnTo>
                <a:lnTo>
                  <a:pt x="0" y="8914202"/>
                </a:lnTo>
                <a:lnTo>
                  <a:pt x="17115270" y="8914202"/>
                </a:lnTo>
                <a:lnTo>
                  <a:pt x="1711527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05074" y="1112809"/>
            <a:ext cx="15477852" cy="8061381"/>
          </a:xfrm>
          <a:custGeom>
            <a:avLst/>
            <a:gdLst/>
            <a:ahLst/>
            <a:cxnLst/>
            <a:rect r="r" b="b" t="t" l="l"/>
            <a:pathLst>
              <a:path h="8061381" w="15477852">
                <a:moveTo>
                  <a:pt x="15477852" y="8061382"/>
                </a:moveTo>
                <a:lnTo>
                  <a:pt x="0" y="8061382"/>
                </a:lnTo>
                <a:lnTo>
                  <a:pt x="0" y="0"/>
                </a:lnTo>
                <a:lnTo>
                  <a:pt x="15477852" y="0"/>
                </a:lnTo>
                <a:lnTo>
                  <a:pt x="15477852" y="806138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04103">
            <a:off x="581139" y="820360"/>
            <a:ext cx="2400618" cy="2047436"/>
          </a:xfrm>
          <a:custGeom>
            <a:avLst/>
            <a:gdLst/>
            <a:ahLst/>
            <a:cxnLst/>
            <a:rect r="r" b="b" t="t" l="l"/>
            <a:pathLst>
              <a:path h="2047436" w="2400618">
                <a:moveTo>
                  <a:pt x="0" y="0"/>
                </a:moveTo>
                <a:lnTo>
                  <a:pt x="2400619" y="0"/>
                </a:lnTo>
                <a:lnTo>
                  <a:pt x="2400619" y="2047436"/>
                </a:lnTo>
                <a:lnTo>
                  <a:pt x="0" y="2047436"/>
                </a:lnTo>
                <a:lnTo>
                  <a:pt x="0" y="0"/>
                </a:lnTo>
                <a:close/>
              </a:path>
            </a:pathLst>
          </a:custGeom>
          <a:blipFill>
            <a:blip r:embed="rId6"/>
            <a:stretch>
              <a:fillRect l="0" t="0" r="0" b="0"/>
            </a:stretch>
          </a:blipFill>
        </p:spPr>
      </p:sp>
      <p:sp>
        <p:nvSpPr>
          <p:cNvPr name="Freeform 5" id="5"/>
          <p:cNvSpPr/>
          <p:nvPr/>
        </p:nvSpPr>
        <p:spPr>
          <a:xfrm flipH="false" flipV="true" rot="0">
            <a:off x="1241521" y="8197132"/>
            <a:ext cx="1244220" cy="1061168"/>
          </a:xfrm>
          <a:custGeom>
            <a:avLst/>
            <a:gdLst/>
            <a:ahLst/>
            <a:cxnLst/>
            <a:rect r="r" b="b" t="t" l="l"/>
            <a:pathLst>
              <a:path h="1061168" w="1244220">
                <a:moveTo>
                  <a:pt x="0" y="1061168"/>
                </a:moveTo>
                <a:lnTo>
                  <a:pt x="1244220" y="1061168"/>
                </a:lnTo>
                <a:lnTo>
                  <a:pt x="1244220" y="0"/>
                </a:lnTo>
                <a:lnTo>
                  <a:pt x="0" y="0"/>
                </a:lnTo>
                <a:lnTo>
                  <a:pt x="0" y="1061168"/>
                </a:lnTo>
                <a:close/>
              </a:path>
            </a:pathLst>
          </a:custGeom>
          <a:blipFill>
            <a:blip r:embed="rId6"/>
            <a:stretch>
              <a:fillRect l="0" t="0" r="0" b="0"/>
            </a:stretch>
          </a:blipFill>
        </p:spPr>
      </p:sp>
      <p:sp>
        <p:nvSpPr>
          <p:cNvPr name="Freeform 6" id="6"/>
          <p:cNvSpPr/>
          <p:nvPr/>
        </p:nvSpPr>
        <p:spPr>
          <a:xfrm flipH="false" flipV="false" rot="0">
            <a:off x="15399330" y="1112809"/>
            <a:ext cx="1005757" cy="857789"/>
          </a:xfrm>
          <a:custGeom>
            <a:avLst/>
            <a:gdLst/>
            <a:ahLst/>
            <a:cxnLst/>
            <a:rect r="r" b="b" t="t" l="l"/>
            <a:pathLst>
              <a:path h="857789" w="1005757">
                <a:moveTo>
                  <a:pt x="0" y="0"/>
                </a:moveTo>
                <a:lnTo>
                  <a:pt x="1005757" y="0"/>
                </a:lnTo>
                <a:lnTo>
                  <a:pt x="1005757" y="857789"/>
                </a:lnTo>
                <a:lnTo>
                  <a:pt x="0" y="857789"/>
                </a:lnTo>
                <a:lnTo>
                  <a:pt x="0" y="0"/>
                </a:lnTo>
                <a:close/>
              </a:path>
            </a:pathLst>
          </a:custGeom>
          <a:blipFill>
            <a:blip r:embed="rId6"/>
            <a:stretch>
              <a:fillRect l="0" t="0" r="0" b="0"/>
            </a:stretch>
          </a:blipFill>
        </p:spPr>
      </p:sp>
      <p:sp>
        <p:nvSpPr>
          <p:cNvPr name="Freeform 7" id="7"/>
          <p:cNvSpPr/>
          <p:nvPr/>
        </p:nvSpPr>
        <p:spPr>
          <a:xfrm flipH="false" flipV="false" rot="0">
            <a:off x="3594623" y="-1721320"/>
            <a:ext cx="2651415" cy="2627311"/>
          </a:xfrm>
          <a:custGeom>
            <a:avLst/>
            <a:gdLst/>
            <a:ahLst/>
            <a:cxnLst/>
            <a:rect r="r" b="b" t="t" l="l"/>
            <a:pathLst>
              <a:path h="2627311" w="2651415">
                <a:moveTo>
                  <a:pt x="0" y="0"/>
                </a:moveTo>
                <a:lnTo>
                  <a:pt x="2651415" y="0"/>
                </a:lnTo>
                <a:lnTo>
                  <a:pt x="2651415" y="2627312"/>
                </a:lnTo>
                <a:lnTo>
                  <a:pt x="0" y="262731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1479340" y="9448800"/>
            <a:ext cx="2374695" cy="2353106"/>
          </a:xfrm>
          <a:custGeom>
            <a:avLst/>
            <a:gdLst/>
            <a:ahLst/>
            <a:cxnLst/>
            <a:rect r="r" b="b" t="t" l="l"/>
            <a:pathLst>
              <a:path h="2353106" w="2374695">
                <a:moveTo>
                  <a:pt x="0" y="0"/>
                </a:moveTo>
                <a:lnTo>
                  <a:pt x="2374695" y="0"/>
                </a:lnTo>
                <a:lnTo>
                  <a:pt x="2374695" y="2353106"/>
                </a:lnTo>
                <a:lnTo>
                  <a:pt x="0" y="23531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true" flipV="false" rot="0">
            <a:off x="13712277" y="6580545"/>
            <a:ext cx="3771988" cy="3020056"/>
          </a:xfrm>
          <a:custGeom>
            <a:avLst/>
            <a:gdLst/>
            <a:ahLst/>
            <a:cxnLst/>
            <a:rect r="r" b="b" t="t" l="l"/>
            <a:pathLst>
              <a:path h="3020056" w="3771988">
                <a:moveTo>
                  <a:pt x="3771988" y="0"/>
                </a:moveTo>
                <a:lnTo>
                  <a:pt x="0" y="0"/>
                </a:lnTo>
                <a:lnTo>
                  <a:pt x="0" y="3020056"/>
                </a:lnTo>
                <a:lnTo>
                  <a:pt x="3771988" y="3020056"/>
                </a:lnTo>
                <a:lnTo>
                  <a:pt x="3771988" y="0"/>
                </a:lnTo>
                <a:close/>
              </a:path>
            </a:pathLst>
          </a:custGeom>
          <a:blipFill>
            <a:blip r:embed="rId9"/>
            <a:stretch>
              <a:fillRect l="0" t="0" r="0" b="0"/>
            </a:stretch>
          </a:blipFill>
        </p:spPr>
      </p:sp>
      <p:sp>
        <p:nvSpPr>
          <p:cNvPr name="Freeform 10" id="10"/>
          <p:cNvSpPr/>
          <p:nvPr/>
        </p:nvSpPr>
        <p:spPr>
          <a:xfrm flipH="false" flipV="false" rot="0">
            <a:off x="14718943" y="3968316"/>
            <a:ext cx="680388" cy="654409"/>
          </a:xfrm>
          <a:custGeom>
            <a:avLst/>
            <a:gdLst/>
            <a:ahLst/>
            <a:cxnLst/>
            <a:rect r="r" b="b" t="t" l="l"/>
            <a:pathLst>
              <a:path h="654409" w="680388">
                <a:moveTo>
                  <a:pt x="0" y="0"/>
                </a:moveTo>
                <a:lnTo>
                  <a:pt x="680387" y="0"/>
                </a:lnTo>
                <a:lnTo>
                  <a:pt x="680387" y="654409"/>
                </a:lnTo>
                <a:lnTo>
                  <a:pt x="0" y="65440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2682921" y="2187867"/>
            <a:ext cx="11908793" cy="720725"/>
          </a:xfrm>
          <a:prstGeom prst="rect">
            <a:avLst/>
          </a:prstGeom>
        </p:spPr>
        <p:txBody>
          <a:bodyPr anchor="t" rtlCol="false" tIns="0" lIns="0" bIns="0" rIns="0">
            <a:spAutoFit/>
          </a:bodyPr>
          <a:lstStyle/>
          <a:p>
            <a:pPr algn="l">
              <a:lnSpc>
                <a:spcPts val="5499"/>
              </a:lnSpc>
            </a:pPr>
            <a:r>
              <a:rPr lang="en-US" sz="4999" b="true">
                <a:solidFill>
                  <a:srgbClr val="FFFFFF"/>
                </a:solidFill>
                <a:latin typeface="TT Chocolates Bold"/>
                <a:ea typeface="TT Chocolates Bold"/>
                <a:cs typeface="TT Chocolates Bold"/>
                <a:sym typeface="TT Chocolates Bold"/>
              </a:rPr>
              <a:t>Gambaran Singkat Projek</a:t>
            </a:r>
          </a:p>
        </p:txBody>
      </p:sp>
      <p:sp>
        <p:nvSpPr>
          <p:cNvPr name="TextBox 12" id="12"/>
          <p:cNvSpPr txBox="true"/>
          <p:nvPr/>
        </p:nvSpPr>
        <p:spPr>
          <a:xfrm rot="0">
            <a:off x="2682921" y="3154363"/>
            <a:ext cx="11029356" cy="4180839"/>
          </a:xfrm>
          <a:prstGeom prst="rect">
            <a:avLst/>
          </a:prstGeom>
        </p:spPr>
        <p:txBody>
          <a:bodyPr anchor="t" rtlCol="false" tIns="0" lIns="0" bIns="0" rIns="0">
            <a:spAutoFit/>
          </a:bodyPr>
          <a:lstStyle/>
          <a:p>
            <a:pPr algn="just">
              <a:lnSpc>
                <a:spcPts val="4760"/>
              </a:lnSpc>
            </a:pPr>
            <a:r>
              <a:rPr lang="en-US" sz="3400">
                <a:solidFill>
                  <a:srgbClr val="FFF4F4"/>
                </a:solidFill>
                <a:latin typeface="TT Chocolates"/>
                <a:ea typeface="TT Chocolates"/>
                <a:cs typeface="TT Chocolates"/>
                <a:sym typeface="TT Chocolates"/>
              </a:rPr>
              <a:t>Smilie-O-Mat, yaitu pengontrol fisik yang dapat mengatur ekspresi wajah digital secara real-time. Alat ini menggunakan empat sensor potensiometer untuk mengatur ekspresi wajah, dan satu tombol untuk mengunggah hasilnya ke media sosial Mastodon. Visual wajah dibuat menggunakan Processing, dan seluruh parameternya dikendalikan dari mikrokontroler Arduino Uno.</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541980"/>
        </a:solidFill>
      </p:bgPr>
    </p:bg>
    <p:spTree>
      <p:nvGrpSpPr>
        <p:cNvPr id="1" name=""/>
        <p:cNvGrpSpPr/>
        <p:nvPr/>
      </p:nvGrpSpPr>
      <p:grpSpPr>
        <a:xfrm>
          <a:off x="0" y="0"/>
          <a:ext cx="0" cy="0"/>
          <a:chOff x="0" y="0"/>
          <a:chExt cx="0" cy="0"/>
        </a:xfrm>
      </p:grpSpPr>
      <p:sp>
        <p:nvSpPr>
          <p:cNvPr name="Freeform 2" id="2"/>
          <p:cNvSpPr/>
          <p:nvPr/>
        </p:nvSpPr>
        <p:spPr>
          <a:xfrm flipH="true" flipV="false" rot="0">
            <a:off x="586365" y="686399"/>
            <a:ext cx="17115270" cy="8914203"/>
          </a:xfrm>
          <a:custGeom>
            <a:avLst/>
            <a:gdLst/>
            <a:ahLst/>
            <a:cxnLst/>
            <a:rect r="r" b="b" t="t" l="l"/>
            <a:pathLst>
              <a:path h="8914203" w="17115270">
                <a:moveTo>
                  <a:pt x="17115270" y="0"/>
                </a:moveTo>
                <a:lnTo>
                  <a:pt x="0" y="0"/>
                </a:lnTo>
                <a:lnTo>
                  <a:pt x="0" y="8914202"/>
                </a:lnTo>
                <a:lnTo>
                  <a:pt x="17115270" y="8914202"/>
                </a:lnTo>
                <a:lnTo>
                  <a:pt x="1711527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05074" y="1112809"/>
            <a:ext cx="15477852" cy="8061381"/>
          </a:xfrm>
          <a:custGeom>
            <a:avLst/>
            <a:gdLst/>
            <a:ahLst/>
            <a:cxnLst/>
            <a:rect r="r" b="b" t="t" l="l"/>
            <a:pathLst>
              <a:path h="8061381" w="15477852">
                <a:moveTo>
                  <a:pt x="15477852" y="8061382"/>
                </a:moveTo>
                <a:lnTo>
                  <a:pt x="0" y="8061382"/>
                </a:lnTo>
                <a:lnTo>
                  <a:pt x="0" y="0"/>
                </a:lnTo>
                <a:lnTo>
                  <a:pt x="15477852" y="0"/>
                </a:lnTo>
                <a:lnTo>
                  <a:pt x="15477852" y="806138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04103">
            <a:off x="581139" y="820360"/>
            <a:ext cx="2400618" cy="2047436"/>
          </a:xfrm>
          <a:custGeom>
            <a:avLst/>
            <a:gdLst/>
            <a:ahLst/>
            <a:cxnLst/>
            <a:rect r="r" b="b" t="t" l="l"/>
            <a:pathLst>
              <a:path h="2047436" w="2400618">
                <a:moveTo>
                  <a:pt x="0" y="0"/>
                </a:moveTo>
                <a:lnTo>
                  <a:pt x="2400619" y="0"/>
                </a:lnTo>
                <a:lnTo>
                  <a:pt x="2400619" y="2047436"/>
                </a:lnTo>
                <a:lnTo>
                  <a:pt x="0" y="2047436"/>
                </a:lnTo>
                <a:lnTo>
                  <a:pt x="0" y="0"/>
                </a:lnTo>
                <a:close/>
              </a:path>
            </a:pathLst>
          </a:custGeom>
          <a:blipFill>
            <a:blip r:embed="rId6"/>
            <a:stretch>
              <a:fillRect l="0" t="0" r="0" b="0"/>
            </a:stretch>
          </a:blipFill>
        </p:spPr>
      </p:sp>
      <p:sp>
        <p:nvSpPr>
          <p:cNvPr name="Freeform 5" id="5"/>
          <p:cNvSpPr/>
          <p:nvPr/>
        </p:nvSpPr>
        <p:spPr>
          <a:xfrm flipH="false" flipV="true" rot="0">
            <a:off x="1241521" y="8197132"/>
            <a:ext cx="1244220" cy="1061168"/>
          </a:xfrm>
          <a:custGeom>
            <a:avLst/>
            <a:gdLst/>
            <a:ahLst/>
            <a:cxnLst/>
            <a:rect r="r" b="b" t="t" l="l"/>
            <a:pathLst>
              <a:path h="1061168" w="1244220">
                <a:moveTo>
                  <a:pt x="0" y="1061168"/>
                </a:moveTo>
                <a:lnTo>
                  <a:pt x="1244220" y="1061168"/>
                </a:lnTo>
                <a:lnTo>
                  <a:pt x="1244220" y="0"/>
                </a:lnTo>
                <a:lnTo>
                  <a:pt x="0" y="0"/>
                </a:lnTo>
                <a:lnTo>
                  <a:pt x="0" y="1061168"/>
                </a:lnTo>
                <a:close/>
              </a:path>
            </a:pathLst>
          </a:custGeom>
          <a:blipFill>
            <a:blip r:embed="rId6"/>
            <a:stretch>
              <a:fillRect l="0" t="0" r="0" b="0"/>
            </a:stretch>
          </a:blipFill>
        </p:spPr>
      </p:sp>
      <p:sp>
        <p:nvSpPr>
          <p:cNvPr name="Freeform 6" id="6"/>
          <p:cNvSpPr/>
          <p:nvPr/>
        </p:nvSpPr>
        <p:spPr>
          <a:xfrm flipH="false" flipV="false" rot="0">
            <a:off x="15399330" y="1112809"/>
            <a:ext cx="1005757" cy="857789"/>
          </a:xfrm>
          <a:custGeom>
            <a:avLst/>
            <a:gdLst/>
            <a:ahLst/>
            <a:cxnLst/>
            <a:rect r="r" b="b" t="t" l="l"/>
            <a:pathLst>
              <a:path h="857789" w="1005757">
                <a:moveTo>
                  <a:pt x="0" y="0"/>
                </a:moveTo>
                <a:lnTo>
                  <a:pt x="1005757" y="0"/>
                </a:lnTo>
                <a:lnTo>
                  <a:pt x="1005757" y="857789"/>
                </a:lnTo>
                <a:lnTo>
                  <a:pt x="0" y="857789"/>
                </a:lnTo>
                <a:lnTo>
                  <a:pt x="0" y="0"/>
                </a:lnTo>
                <a:close/>
              </a:path>
            </a:pathLst>
          </a:custGeom>
          <a:blipFill>
            <a:blip r:embed="rId6"/>
            <a:stretch>
              <a:fillRect l="0" t="0" r="0" b="0"/>
            </a:stretch>
          </a:blipFill>
        </p:spPr>
      </p:sp>
      <p:sp>
        <p:nvSpPr>
          <p:cNvPr name="Freeform 7" id="7"/>
          <p:cNvSpPr/>
          <p:nvPr/>
        </p:nvSpPr>
        <p:spPr>
          <a:xfrm flipH="false" flipV="false" rot="0">
            <a:off x="3594623" y="-1721320"/>
            <a:ext cx="2651415" cy="2627311"/>
          </a:xfrm>
          <a:custGeom>
            <a:avLst/>
            <a:gdLst/>
            <a:ahLst/>
            <a:cxnLst/>
            <a:rect r="r" b="b" t="t" l="l"/>
            <a:pathLst>
              <a:path h="2627311" w="2651415">
                <a:moveTo>
                  <a:pt x="0" y="0"/>
                </a:moveTo>
                <a:lnTo>
                  <a:pt x="2651415" y="0"/>
                </a:lnTo>
                <a:lnTo>
                  <a:pt x="2651415" y="2627312"/>
                </a:lnTo>
                <a:lnTo>
                  <a:pt x="0" y="262731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1479340" y="9448800"/>
            <a:ext cx="2374695" cy="2353106"/>
          </a:xfrm>
          <a:custGeom>
            <a:avLst/>
            <a:gdLst/>
            <a:ahLst/>
            <a:cxnLst/>
            <a:rect r="r" b="b" t="t" l="l"/>
            <a:pathLst>
              <a:path h="2353106" w="2374695">
                <a:moveTo>
                  <a:pt x="0" y="0"/>
                </a:moveTo>
                <a:lnTo>
                  <a:pt x="2374695" y="0"/>
                </a:lnTo>
                <a:lnTo>
                  <a:pt x="2374695" y="2353106"/>
                </a:lnTo>
                <a:lnTo>
                  <a:pt x="0" y="23531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3192601" y="2249221"/>
            <a:ext cx="11902797" cy="720725"/>
          </a:xfrm>
          <a:prstGeom prst="rect">
            <a:avLst/>
          </a:prstGeom>
        </p:spPr>
        <p:txBody>
          <a:bodyPr anchor="t" rtlCol="false" tIns="0" lIns="0" bIns="0" rIns="0">
            <a:spAutoFit/>
          </a:bodyPr>
          <a:lstStyle/>
          <a:p>
            <a:pPr algn="ctr">
              <a:lnSpc>
                <a:spcPts val="5499"/>
              </a:lnSpc>
            </a:pPr>
            <a:r>
              <a:rPr lang="en-US" sz="4999" b="true">
                <a:solidFill>
                  <a:srgbClr val="FFFFFF"/>
                </a:solidFill>
                <a:latin typeface="TT Chocolates Bold"/>
                <a:ea typeface="TT Chocolates Bold"/>
                <a:cs typeface="TT Chocolates Bold"/>
                <a:sym typeface="TT Chocolates Bold"/>
              </a:rPr>
              <a:t>Komponen Sistem</a:t>
            </a:r>
          </a:p>
        </p:txBody>
      </p:sp>
      <p:sp>
        <p:nvSpPr>
          <p:cNvPr name="TextBox 10" id="10"/>
          <p:cNvSpPr txBox="true"/>
          <p:nvPr/>
        </p:nvSpPr>
        <p:spPr>
          <a:xfrm rot="0">
            <a:off x="2376150" y="3206192"/>
            <a:ext cx="13526058" cy="4975859"/>
          </a:xfrm>
          <a:prstGeom prst="rect">
            <a:avLst/>
          </a:prstGeom>
        </p:spPr>
        <p:txBody>
          <a:bodyPr anchor="t" rtlCol="false" tIns="0" lIns="0" bIns="0" rIns="0">
            <a:spAutoFit/>
          </a:bodyPr>
          <a:lstStyle/>
          <a:p>
            <a:pPr algn="just">
              <a:lnSpc>
                <a:spcPts val="4900"/>
              </a:lnSpc>
            </a:pPr>
            <a:r>
              <a:rPr lang="en-US" sz="3500">
                <a:solidFill>
                  <a:srgbClr val="FFFFFF"/>
                </a:solidFill>
                <a:latin typeface="TT Chocolates"/>
                <a:ea typeface="TT Chocolates"/>
                <a:cs typeface="TT Chocolates"/>
                <a:sym typeface="TT Chocolates"/>
              </a:rPr>
              <a:t>Proyek ini menggunakan kombinasi hardware dan software. Di sisi hardware, menggunakan Arduino Uno, empat potensiometer sebagai input analog, dan satu push button sebagai input digital. Di sisi software, menggunakan Processing sebagai alat utama untuk menampilkan grafis wajah dan memproses data serial, lalu Aduino IDE untuk upload kode ke hardware ,serta API Mastodon untuk mengunggah gambar secara otomatis.</a:t>
            </a:r>
          </a:p>
          <a:p>
            <a:pPr algn="just">
              <a:lnSpc>
                <a:spcPts val="5180"/>
              </a:lnSpc>
            </a:pPr>
          </a:p>
        </p:txBody>
      </p:sp>
      <p:sp>
        <p:nvSpPr>
          <p:cNvPr name="Freeform 11" id="11"/>
          <p:cNvSpPr/>
          <p:nvPr/>
        </p:nvSpPr>
        <p:spPr>
          <a:xfrm flipH="false" flipV="false" rot="0">
            <a:off x="15095399" y="7579220"/>
            <a:ext cx="2381271" cy="2021381"/>
          </a:xfrm>
          <a:custGeom>
            <a:avLst/>
            <a:gdLst/>
            <a:ahLst/>
            <a:cxnLst/>
            <a:rect r="r" b="b" t="t" l="l"/>
            <a:pathLst>
              <a:path h="2021381" w="2381271">
                <a:moveTo>
                  <a:pt x="0" y="0"/>
                </a:moveTo>
                <a:lnTo>
                  <a:pt x="2381271" y="0"/>
                </a:lnTo>
                <a:lnTo>
                  <a:pt x="2381271" y="2021381"/>
                </a:lnTo>
                <a:lnTo>
                  <a:pt x="0" y="2021381"/>
                </a:lnTo>
                <a:lnTo>
                  <a:pt x="0" y="0"/>
                </a:lnTo>
                <a:close/>
              </a:path>
            </a:pathLst>
          </a:custGeom>
          <a:blipFill>
            <a:blip r:embed="rId9"/>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541980"/>
        </a:solidFill>
      </p:bgPr>
    </p:bg>
    <p:spTree>
      <p:nvGrpSpPr>
        <p:cNvPr id="1" name=""/>
        <p:cNvGrpSpPr/>
        <p:nvPr/>
      </p:nvGrpSpPr>
      <p:grpSpPr>
        <a:xfrm>
          <a:off x="0" y="0"/>
          <a:ext cx="0" cy="0"/>
          <a:chOff x="0" y="0"/>
          <a:chExt cx="0" cy="0"/>
        </a:xfrm>
      </p:grpSpPr>
      <p:sp>
        <p:nvSpPr>
          <p:cNvPr name="Freeform 2" id="2"/>
          <p:cNvSpPr/>
          <p:nvPr/>
        </p:nvSpPr>
        <p:spPr>
          <a:xfrm flipH="true" flipV="false" rot="0">
            <a:off x="586365" y="686399"/>
            <a:ext cx="17115270" cy="8914203"/>
          </a:xfrm>
          <a:custGeom>
            <a:avLst/>
            <a:gdLst/>
            <a:ahLst/>
            <a:cxnLst/>
            <a:rect r="r" b="b" t="t" l="l"/>
            <a:pathLst>
              <a:path h="8914203" w="17115270">
                <a:moveTo>
                  <a:pt x="17115270" y="0"/>
                </a:moveTo>
                <a:lnTo>
                  <a:pt x="0" y="0"/>
                </a:lnTo>
                <a:lnTo>
                  <a:pt x="0" y="8914202"/>
                </a:lnTo>
                <a:lnTo>
                  <a:pt x="17115270" y="8914202"/>
                </a:lnTo>
                <a:lnTo>
                  <a:pt x="1711527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05074" y="1112809"/>
            <a:ext cx="15477852" cy="8061381"/>
          </a:xfrm>
          <a:custGeom>
            <a:avLst/>
            <a:gdLst/>
            <a:ahLst/>
            <a:cxnLst/>
            <a:rect r="r" b="b" t="t" l="l"/>
            <a:pathLst>
              <a:path h="8061381" w="15477852">
                <a:moveTo>
                  <a:pt x="15477852" y="8061382"/>
                </a:moveTo>
                <a:lnTo>
                  <a:pt x="0" y="8061382"/>
                </a:lnTo>
                <a:lnTo>
                  <a:pt x="0" y="0"/>
                </a:lnTo>
                <a:lnTo>
                  <a:pt x="15477852" y="0"/>
                </a:lnTo>
                <a:lnTo>
                  <a:pt x="15477852" y="806138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04103">
            <a:off x="581139" y="820360"/>
            <a:ext cx="2400618" cy="2047436"/>
          </a:xfrm>
          <a:custGeom>
            <a:avLst/>
            <a:gdLst/>
            <a:ahLst/>
            <a:cxnLst/>
            <a:rect r="r" b="b" t="t" l="l"/>
            <a:pathLst>
              <a:path h="2047436" w="2400618">
                <a:moveTo>
                  <a:pt x="0" y="0"/>
                </a:moveTo>
                <a:lnTo>
                  <a:pt x="2400619" y="0"/>
                </a:lnTo>
                <a:lnTo>
                  <a:pt x="2400619" y="2047436"/>
                </a:lnTo>
                <a:lnTo>
                  <a:pt x="0" y="2047436"/>
                </a:lnTo>
                <a:lnTo>
                  <a:pt x="0" y="0"/>
                </a:lnTo>
                <a:close/>
              </a:path>
            </a:pathLst>
          </a:custGeom>
          <a:blipFill>
            <a:blip r:embed="rId6"/>
            <a:stretch>
              <a:fillRect l="0" t="0" r="0" b="0"/>
            </a:stretch>
          </a:blipFill>
        </p:spPr>
      </p:sp>
      <p:sp>
        <p:nvSpPr>
          <p:cNvPr name="Freeform 5" id="5"/>
          <p:cNvSpPr/>
          <p:nvPr/>
        </p:nvSpPr>
        <p:spPr>
          <a:xfrm flipH="false" flipV="true" rot="0">
            <a:off x="1241521" y="8197132"/>
            <a:ext cx="1244220" cy="1061168"/>
          </a:xfrm>
          <a:custGeom>
            <a:avLst/>
            <a:gdLst/>
            <a:ahLst/>
            <a:cxnLst/>
            <a:rect r="r" b="b" t="t" l="l"/>
            <a:pathLst>
              <a:path h="1061168" w="1244220">
                <a:moveTo>
                  <a:pt x="0" y="1061168"/>
                </a:moveTo>
                <a:lnTo>
                  <a:pt x="1244220" y="1061168"/>
                </a:lnTo>
                <a:lnTo>
                  <a:pt x="1244220" y="0"/>
                </a:lnTo>
                <a:lnTo>
                  <a:pt x="0" y="0"/>
                </a:lnTo>
                <a:lnTo>
                  <a:pt x="0" y="1061168"/>
                </a:lnTo>
                <a:close/>
              </a:path>
            </a:pathLst>
          </a:custGeom>
          <a:blipFill>
            <a:blip r:embed="rId6"/>
            <a:stretch>
              <a:fillRect l="0" t="0" r="0" b="0"/>
            </a:stretch>
          </a:blipFill>
        </p:spPr>
      </p:sp>
      <p:sp>
        <p:nvSpPr>
          <p:cNvPr name="Freeform 6" id="6"/>
          <p:cNvSpPr/>
          <p:nvPr/>
        </p:nvSpPr>
        <p:spPr>
          <a:xfrm flipH="false" flipV="false" rot="0">
            <a:off x="15399330" y="1112809"/>
            <a:ext cx="1005757" cy="857789"/>
          </a:xfrm>
          <a:custGeom>
            <a:avLst/>
            <a:gdLst/>
            <a:ahLst/>
            <a:cxnLst/>
            <a:rect r="r" b="b" t="t" l="l"/>
            <a:pathLst>
              <a:path h="857789" w="1005757">
                <a:moveTo>
                  <a:pt x="0" y="0"/>
                </a:moveTo>
                <a:lnTo>
                  <a:pt x="1005757" y="0"/>
                </a:lnTo>
                <a:lnTo>
                  <a:pt x="1005757" y="857789"/>
                </a:lnTo>
                <a:lnTo>
                  <a:pt x="0" y="857789"/>
                </a:lnTo>
                <a:lnTo>
                  <a:pt x="0" y="0"/>
                </a:lnTo>
                <a:close/>
              </a:path>
            </a:pathLst>
          </a:custGeom>
          <a:blipFill>
            <a:blip r:embed="rId6"/>
            <a:stretch>
              <a:fillRect l="0" t="0" r="0" b="0"/>
            </a:stretch>
          </a:blipFill>
        </p:spPr>
      </p:sp>
      <p:sp>
        <p:nvSpPr>
          <p:cNvPr name="Freeform 7" id="7"/>
          <p:cNvSpPr/>
          <p:nvPr/>
        </p:nvSpPr>
        <p:spPr>
          <a:xfrm flipH="false" flipV="false" rot="0">
            <a:off x="3594623" y="-1721320"/>
            <a:ext cx="2651415" cy="2627311"/>
          </a:xfrm>
          <a:custGeom>
            <a:avLst/>
            <a:gdLst/>
            <a:ahLst/>
            <a:cxnLst/>
            <a:rect r="r" b="b" t="t" l="l"/>
            <a:pathLst>
              <a:path h="2627311" w="2651415">
                <a:moveTo>
                  <a:pt x="0" y="0"/>
                </a:moveTo>
                <a:lnTo>
                  <a:pt x="2651415" y="0"/>
                </a:lnTo>
                <a:lnTo>
                  <a:pt x="2651415" y="2627312"/>
                </a:lnTo>
                <a:lnTo>
                  <a:pt x="0" y="262731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1479340" y="9448800"/>
            <a:ext cx="2374695" cy="2353106"/>
          </a:xfrm>
          <a:custGeom>
            <a:avLst/>
            <a:gdLst/>
            <a:ahLst/>
            <a:cxnLst/>
            <a:rect r="r" b="b" t="t" l="l"/>
            <a:pathLst>
              <a:path h="2353106" w="2374695">
                <a:moveTo>
                  <a:pt x="0" y="0"/>
                </a:moveTo>
                <a:lnTo>
                  <a:pt x="2374695" y="0"/>
                </a:lnTo>
                <a:lnTo>
                  <a:pt x="2374695" y="2353106"/>
                </a:lnTo>
                <a:lnTo>
                  <a:pt x="0" y="23531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true" flipV="false" rot="0">
            <a:off x="15249306" y="7277565"/>
            <a:ext cx="3095844" cy="3123735"/>
          </a:xfrm>
          <a:custGeom>
            <a:avLst/>
            <a:gdLst/>
            <a:ahLst/>
            <a:cxnLst/>
            <a:rect r="r" b="b" t="t" l="l"/>
            <a:pathLst>
              <a:path h="3123735" w="3095844">
                <a:moveTo>
                  <a:pt x="3095844" y="0"/>
                </a:moveTo>
                <a:lnTo>
                  <a:pt x="0" y="0"/>
                </a:lnTo>
                <a:lnTo>
                  <a:pt x="0" y="3123735"/>
                </a:lnTo>
                <a:lnTo>
                  <a:pt x="3095844" y="3123735"/>
                </a:lnTo>
                <a:lnTo>
                  <a:pt x="3095844" y="0"/>
                </a:lnTo>
                <a:close/>
              </a:path>
            </a:pathLst>
          </a:custGeom>
          <a:blipFill>
            <a:blip r:embed="rId9"/>
            <a:stretch>
              <a:fillRect l="0" t="0" r="0" b="0"/>
            </a:stretch>
          </a:blipFill>
        </p:spPr>
      </p:sp>
      <p:sp>
        <p:nvSpPr>
          <p:cNvPr name="TextBox 10" id="10"/>
          <p:cNvSpPr txBox="true"/>
          <p:nvPr/>
        </p:nvSpPr>
        <p:spPr>
          <a:xfrm rot="0">
            <a:off x="6975545" y="3508874"/>
            <a:ext cx="4336910" cy="3971925"/>
          </a:xfrm>
          <a:prstGeom prst="rect">
            <a:avLst/>
          </a:prstGeom>
        </p:spPr>
        <p:txBody>
          <a:bodyPr anchor="t" rtlCol="false" tIns="0" lIns="0" bIns="0" rIns="0">
            <a:spAutoFit/>
          </a:bodyPr>
          <a:lstStyle/>
          <a:p>
            <a:pPr algn="ctr">
              <a:lnSpc>
                <a:spcPts val="3960"/>
              </a:lnSpc>
            </a:pPr>
            <a:r>
              <a:rPr lang="en-US" sz="3300">
                <a:solidFill>
                  <a:srgbClr val="FFFFFF"/>
                </a:solidFill>
                <a:latin typeface="TT Chocolates"/>
                <a:ea typeface="TT Chocolates"/>
                <a:cs typeface="TT Chocolates"/>
                <a:sym typeface="TT Chocolates"/>
              </a:rPr>
              <a:t>Data yang telah stabil dikirim ke Processing melalui komunikasi serial, kemudian dipetakan ke parameter grafis wajah untuk ditampilkan secara real-time.</a:t>
            </a:r>
          </a:p>
        </p:txBody>
      </p:sp>
      <p:sp>
        <p:nvSpPr>
          <p:cNvPr name="TextBox 11" id="11"/>
          <p:cNvSpPr txBox="true"/>
          <p:nvPr/>
        </p:nvSpPr>
        <p:spPr>
          <a:xfrm rot="0">
            <a:off x="3192601" y="2191959"/>
            <a:ext cx="11902797" cy="720725"/>
          </a:xfrm>
          <a:prstGeom prst="rect">
            <a:avLst/>
          </a:prstGeom>
        </p:spPr>
        <p:txBody>
          <a:bodyPr anchor="t" rtlCol="false" tIns="0" lIns="0" bIns="0" rIns="0">
            <a:spAutoFit/>
          </a:bodyPr>
          <a:lstStyle/>
          <a:p>
            <a:pPr algn="ctr">
              <a:lnSpc>
                <a:spcPts val="5499"/>
              </a:lnSpc>
            </a:pPr>
            <a:r>
              <a:rPr lang="en-US" sz="4999" b="true">
                <a:solidFill>
                  <a:srgbClr val="FFFFFF"/>
                </a:solidFill>
                <a:latin typeface="TT Chocolates Bold"/>
                <a:ea typeface="TT Chocolates Bold"/>
                <a:cs typeface="TT Chocolates Bold"/>
                <a:sym typeface="TT Chocolates Bold"/>
              </a:rPr>
              <a:t>Cara Kerja Sistem</a:t>
            </a:r>
          </a:p>
        </p:txBody>
      </p:sp>
      <p:sp>
        <p:nvSpPr>
          <p:cNvPr name="TextBox 12" id="12"/>
          <p:cNvSpPr txBox="true"/>
          <p:nvPr/>
        </p:nvSpPr>
        <p:spPr>
          <a:xfrm rot="0">
            <a:off x="2152305" y="3499349"/>
            <a:ext cx="4561352" cy="4133850"/>
          </a:xfrm>
          <a:prstGeom prst="rect">
            <a:avLst/>
          </a:prstGeom>
        </p:spPr>
        <p:txBody>
          <a:bodyPr anchor="t" rtlCol="false" tIns="0" lIns="0" bIns="0" rIns="0">
            <a:spAutoFit/>
          </a:bodyPr>
          <a:lstStyle/>
          <a:p>
            <a:pPr algn="l">
              <a:lnSpc>
                <a:spcPts val="3600"/>
              </a:lnSpc>
            </a:pPr>
            <a:r>
              <a:rPr lang="en-US" sz="3000">
                <a:solidFill>
                  <a:srgbClr val="FFFFFF"/>
                </a:solidFill>
                <a:latin typeface="TT Chocolates"/>
                <a:ea typeface="TT Chocolates"/>
                <a:cs typeface="TT Chocolates"/>
                <a:sym typeface="TT Chocolates"/>
              </a:rPr>
              <a:t>Arduino membaca nilai dari empat potensiometer yang mengontrol alis, mata, mulut, dan warna wajah. Setiap nilai sensor kemudian diproses menggunakan metode smoothing untuk mengurangi noise dan membuat data lebih stabil.</a:t>
            </a:r>
          </a:p>
        </p:txBody>
      </p:sp>
      <p:sp>
        <p:nvSpPr>
          <p:cNvPr name="TextBox 13" id="13"/>
          <p:cNvSpPr txBox="true"/>
          <p:nvPr/>
        </p:nvSpPr>
        <p:spPr>
          <a:xfrm rot="0">
            <a:off x="11903005" y="3508874"/>
            <a:ext cx="4209342" cy="2981325"/>
          </a:xfrm>
          <a:prstGeom prst="rect">
            <a:avLst/>
          </a:prstGeom>
        </p:spPr>
        <p:txBody>
          <a:bodyPr anchor="t" rtlCol="false" tIns="0" lIns="0" bIns="0" rIns="0">
            <a:spAutoFit/>
          </a:bodyPr>
          <a:lstStyle/>
          <a:p>
            <a:pPr algn="r">
              <a:lnSpc>
                <a:spcPts val="3960"/>
              </a:lnSpc>
            </a:pPr>
            <a:r>
              <a:rPr lang="en-US" sz="3300">
                <a:solidFill>
                  <a:srgbClr val="FFFFFF"/>
                </a:solidFill>
                <a:latin typeface="TT Chocolates"/>
                <a:ea typeface="TT Chocolates"/>
                <a:cs typeface="TT Chocolates"/>
                <a:sym typeface="TT Chocolates"/>
              </a:rPr>
              <a:t>Saat tombol ditekan, Processing mengambil screenshot dan langsung mengunggah gambar tersebut ke Mastodon melalui API.</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541980"/>
        </a:solidFill>
      </p:bgPr>
    </p:bg>
    <p:spTree>
      <p:nvGrpSpPr>
        <p:cNvPr id="1" name=""/>
        <p:cNvGrpSpPr/>
        <p:nvPr/>
      </p:nvGrpSpPr>
      <p:grpSpPr>
        <a:xfrm>
          <a:off x="0" y="0"/>
          <a:ext cx="0" cy="0"/>
          <a:chOff x="0" y="0"/>
          <a:chExt cx="0" cy="0"/>
        </a:xfrm>
      </p:grpSpPr>
      <p:sp>
        <p:nvSpPr>
          <p:cNvPr name="Freeform 2" id="2"/>
          <p:cNvSpPr/>
          <p:nvPr/>
        </p:nvSpPr>
        <p:spPr>
          <a:xfrm flipH="true" flipV="false" rot="0">
            <a:off x="586365" y="686399"/>
            <a:ext cx="17115270" cy="8914203"/>
          </a:xfrm>
          <a:custGeom>
            <a:avLst/>
            <a:gdLst/>
            <a:ahLst/>
            <a:cxnLst/>
            <a:rect r="r" b="b" t="t" l="l"/>
            <a:pathLst>
              <a:path h="8914203" w="17115270">
                <a:moveTo>
                  <a:pt x="17115270" y="0"/>
                </a:moveTo>
                <a:lnTo>
                  <a:pt x="0" y="0"/>
                </a:lnTo>
                <a:lnTo>
                  <a:pt x="0" y="8914202"/>
                </a:lnTo>
                <a:lnTo>
                  <a:pt x="17115270" y="8914202"/>
                </a:lnTo>
                <a:lnTo>
                  <a:pt x="1711527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14599" y="1112809"/>
            <a:ext cx="15477852" cy="8061381"/>
          </a:xfrm>
          <a:custGeom>
            <a:avLst/>
            <a:gdLst/>
            <a:ahLst/>
            <a:cxnLst/>
            <a:rect r="r" b="b" t="t" l="l"/>
            <a:pathLst>
              <a:path h="8061381" w="15477852">
                <a:moveTo>
                  <a:pt x="15477852" y="8061382"/>
                </a:moveTo>
                <a:lnTo>
                  <a:pt x="0" y="8061382"/>
                </a:lnTo>
                <a:lnTo>
                  <a:pt x="0" y="0"/>
                </a:lnTo>
                <a:lnTo>
                  <a:pt x="15477852" y="0"/>
                </a:lnTo>
                <a:lnTo>
                  <a:pt x="15477852" y="806138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04103">
            <a:off x="581139" y="820360"/>
            <a:ext cx="2400618" cy="2047436"/>
          </a:xfrm>
          <a:custGeom>
            <a:avLst/>
            <a:gdLst/>
            <a:ahLst/>
            <a:cxnLst/>
            <a:rect r="r" b="b" t="t" l="l"/>
            <a:pathLst>
              <a:path h="2047436" w="2400618">
                <a:moveTo>
                  <a:pt x="0" y="0"/>
                </a:moveTo>
                <a:lnTo>
                  <a:pt x="2400619" y="0"/>
                </a:lnTo>
                <a:lnTo>
                  <a:pt x="2400619" y="2047436"/>
                </a:lnTo>
                <a:lnTo>
                  <a:pt x="0" y="2047436"/>
                </a:lnTo>
                <a:lnTo>
                  <a:pt x="0" y="0"/>
                </a:lnTo>
                <a:close/>
              </a:path>
            </a:pathLst>
          </a:custGeom>
          <a:blipFill>
            <a:blip r:embed="rId6"/>
            <a:stretch>
              <a:fillRect l="0" t="0" r="0" b="0"/>
            </a:stretch>
          </a:blipFill>
        </p:spPr>
      </p:sp>
      <p:sp>
        <p:nvSpPr>
          <p:cNvPr name="Freeform 5" id="5"/>
          <p:cNvSpPr/>
          <p:nvPr/>
        </p:nvSpPr>
        <p:spPr>
          <a:xfrm flipH="false" flipV="true" rot="0">
            <a:off x="1241521" y="8197132"/>
            <a:ext cx="1244220" cy="1061168"/>
          </a:xfrm>
          <a:custGeom>
            <a:avLst/>
            <a:gdLst/>
            <a:ahLst/>
            <a:cxnLst/>
            <a:rect r="r" b="b" t="t" l="l"/>
            <a:pathLst>
              <a:path h="1061168" w="1244220">
                <a:moveTo>
                  <a:pt x="0" y="1061168"/>
                </a:moveTo>
                <a:lnTo>
                  <a:pt x="1244220" y="1061168"/>
                </a:lnTo>
                <a:lnTo>
                  <a:pt x="1244220" y="0"/>
                </a:lnTo>
                <a:lnTo>
                  <a:pt x="0" y="0"/>
                </a:lnTo>
                <a:lnTo>
                  <a:pt x="0" y="1061168"/>
                </a:lnTo>
                <a:close/>
              </a:path>
            </a:pathLst>
          </a:custGeom>
          <a:blipFill>
            <a:blip r:embed="rId6"/>
            <a:stretch>
              <a:fillRect l="0" t="0" r="0" b="0"/>
            </a:stretch>
          </a:blipFill>
        </p:spPr>
      </p:sp>
      <p:sp>
        <p:nvSpPr>
          <p:cNvPr name="Freeform 6" id="6"/>
          <p:cNvSpPr/>
          <p:nvPr/>
        </p:nvSpPr>
        <p:spPr>
          <a:xfrm flipH="false" flipV="false" rot="0">
            <a:off x="15399330" y="1112809"/>
            <a:ext cx="1005757" cy="857789"/>
          </a:xfrm>
          <a:custGeom>
            <a:avLst/>
            <a:gdLst/>
            <a:ahLst/>
            <a:cxnLst/>
            <a:rect r="r" b="b" t="t" l="l"/>
            <a:pathLst>
              <a:path h="857789" w="1005757">
                <a:moveTo>
                  <a:pt x="0" y="0"/>
                </a:moveTo>
                <a:lnTo>
                  <a:pt x="1005757" y="0"/>
                </a:lnTo>
                <a:lnTo>
                  <a:pt x="1005757" y="857789"/>
                </a:lnTo>
                <a:lnTo>
                  <a:pt x="0" y="857789"/>
                </a:lnTo>
                <a:lnTo>
                  <a:pt x="0" y="0"/>
                </a:lnTo>
                <a:close/>
              </a:path>
            </a:pathLst>
          </a:custGeom>
          <a:blipFill>
            <a:blip r:embed="rId6"/>
            <a:stretch>
              <a:fillRect l="0" t="0" r="0" b="0"/>
            </a:stretch>
          </a:blipFill>
        </p:spPr>
      </p:sp>
      <p:sp>
        <p:nvSpPr>
          <p:cNvPr name="Freeform 7" id="7"/>
          <p:cNvSpPr/>
          <p:nvPr/>
        </p:nvSpPr>
        <p:spPr>
          <a:xfrm flipH="false" flipV="false" rot="0">
            <a:off x="3594623" y="-1721320"/>
            <a:ext cx="2651415" cy="2627311"/>
          </a:xfrm>
          <a:custGeom>
            <a:avLst/>
            <a:gdLst/>
            <a:ahLst/>
            <a:cxnLst/>
            <a:rect r="r" b="b" t="t" l="l"/>
            <a:pathLst>
              <a:path h="2627311" w="2651415">
                <a:moveTo>
                  <a:pt x="0" y="0"/>
                </a:moveTo>
                <a:lnTo>
                  <a:pt x="2651415" y="0"/>
                </a:lnTo>
                <a:lnTo>
                  <a:pt x="2651415" y="2627312"/>
                </a:lnTo>
                <a:lnTo>
                  <a:pt x="0" y="262731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1479340" y="9448800"/>
            <a:ext cx="2374695" cy="2353106"/>
          </a:xfrm>
          <a:custGeom>
            <a:avLst/>
            <a:gdLst/>
            <a:ahLst/>
            <a:cxnLst/>
            <a:rect r="r" b="b" t="t" l="l"/>
            <a:pathLst>
              <a:path h="2353106" w="2374695">
                <a:moveTo>
                  <a:pt x="0" y="0"/>
                </a:moveTo>
                <a:lnTo>
                  <a:pt x="2374695" y="0"/>
                </a:lnTo>
                <a:lnTo>
                  <a:pt x="2374695" y="2353106"/>
                </a:lnTo>
                <a:lnTo>
                  <a:pt x="0" y="23531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3000829" y="2235441"/>
            <a:ext cx="11902797" cy="762000"/>
          </a:xfrm>
          <a:prstGeom prst="rect">
            <a:avLst/>
          </a:prstGeom>
        </p:spPr>
        <p:txBody>
          <a:bodyPr anchor="t" rtlCol="false" tIns="0" lIns="0" bIns="0" rIns="0">
            <a:spAutoFit/>
          </a:bodyPr>
          <a:lstStyle/>
          <a:p>
            <a:pPr algn="ctr">
              <a:lnSpc>
                <a:spcPts val="5999"/>
              </a:lnSpc>
            </a:pPr>
            <a:r>
              <a:rPr lang="en-US" sz="4999" b="true">
                <a:solidFill>
                  <a:srgbClr val="FFFFFF"/>
                </a:solidFill>
                <a:latin typeface="TT Chocolates Bold"/>
                <a:ea typeface="TT Chocolates Bold"/>
                <a:cs typeface="TT Chocolates Bold"/>
                <a:sym typeface="TT Chocolates Bold"/>
              </a:rPr>
              <a:t>Perancangan Hardware</a:t>
            </a:r>
          </a:p>
        </p:txBody>
      </p:sp>
      <p:sp>
        <p:nvSpPr>
          <p:cNvPr name="TextBox 10" id="10"/>
          <p:cNvSpPr txBox="true"/>
          <p:nvPr/>
        </p:nvSpPr>
        <p:spPr>
          <a:xfrm rot="0">
            <a:off x="2596020" y="3521152"/>
            <a:ext cx="13690014" cy="3253740"/>
          </a:xfrm>
          <a:prstGeom prst="rect">
            <a:avLst/>
          </a:prstGeom>
        </p:spPr>
        <p:txBody>
          <a:bodyPr anchor="t" rtlCol="false" tIns="0" lIns="0" bIns="0" rIns="0">
            <a:spAutoFit/>
          </a:bodyPr>
          <a:lstStyle/>
          <a:p>
            <a:pPr algn="just">
              <a:lnSpc>
                <a:spcPts val="4290"/>
              </a:lnSpc>
            </a:pPr>
            <a:r>
              <a:rPr lang="en-US" sz="3300">
                <a:solidFill>
                  <a:srgbClr val="FFFFFF"/>
                </a:solidFill>
                <a:latin typeface="TT Chocolates"/>
                <a:ea typeface="TT Chocolates"/>
                <a:cs typeface="TT Chocolates"/>
                <a:sym typeface="TT Chocolates"/>
              </a:rPr>
              <a:t>Menggunakan empat potensiometer di pin analog A0 hingga A3 untuk mengontrol alis, mata, mulut, dan warna. Satu tombol dipasang di pin digital D2. </a:t>
            </a:r>
          </a:p>
          <a:p>
            <a:pPr algn="just">
              <a:lnSpc>
                <a:spcPts val="4290"/>
              </a:lnSpc>
            </a:pPr>
          </a:p>
          <a:p>
            <a:pPr algn="just">
              <a:lnSpc>
                <a:spcPts val="4290"/>
              </a:lnSpc>
            </a:pPr>
            <a:r>
              <a:rPr lang="en-US" sz="3300">
                <a:solidFill>
                  <a:srgbClr val="FFFFFF"/>
                </a:solidFill>
                <a:latin typeface="TT Chocolates"/>
                <a:ea typeface="TT Chocolates"/>
                <a:cs typeface="TT Chocolates"/>
                <a:sym typeface="TT Chocolates"/>
              </a:rPr>
              <a:t>Setiap nilai dibaca 15 kali lalu dirata-ratakan. Ini digunakan untuk menghilangkan noise atau getaran kecil yang biasa terjadi pada sensor analog.</a:t>
            </a:r>
          </a:p>
        </p:txBody>
      </p:sp>
      <p:sp>
        <p:nvSpPr>
          <p:cNvPr name="Freeform 11" id="11"/>
          <p:cNvSpPr/>
          <p:nvPr/>
        </p:nvSpPr>
        <p:spPr>
          <a:xfrm flipH="false" flipV="false" rot="0">
            <a:off x="15095399" y="7579220"/>
            <a:ext cx="2381271" cy="2021381"/>
          </a:xfrm>
          <a:custGeom>
            <a:avLst/>
            <a:gdLst/>
            <a:ahLst/>
            <a:cxnLst/>
            <a:rect r="r" b="b" t="t" l="l"/>
            <a:pathLst>
              <a:path h="2021381" w="2381271">
                <a:moveTo>
                  <a:pt x="0" y="0"/>
                </a:moveTo>
                <a:lnTo>
                  <a:pt x="2381271" y="0"/>
                </a:lnTo>
                <a:lnTo>
                  <a:pt x="2381271" y="2021381"/>
                </a:lnTo>
                <a:lnTo>
                  <a:pt x="0" y="2021381"/>
                </a:lnTo>
                <a:lnTo>
                  <a:pt x="0" y="0"/>
                </a:lnTo>
                <a:close/>
              </a:path>
            </a:pathLst>
          </a:custGeom>
          <a:blipFill>
            <a:blip r:embed="rId9"/>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541980"/>
        </a:solidFill>
      </p:bgPr>
    </p:bg>
    <p:spTree>
      <p:nvGrpSpPr>
        <p:cNvPr id="1" name=""/>
        <p:cNvGrpSpPr/>
        <p:nvPr/>
      </p:nvGrpSpPr>
      <p:grpSpPr>
        <a:xfrm>
          <a:off x="0" y="0"/>
          <a:ext cx="0" cy="0"/>
          <a:chOff x="0" y="0"/>
          <a:chExt cx="0" cy="0"/>
        </a:xfrm>
      </p:grpSpPr>
      <p:sp>
        <p:nvSpPr>
          <p:cNvPr name="Freeform 2" id="2"/>
          <p:cNvSpPr/>
          <p:nvPr/>
        </p:nvSpPr>
        <p:spPr>
          <a:xfrm flipH="true" flipV="false" rot="0">
            <a:off x="586365" y="686399"/>
            <a:ext cx="17115270" cy="8914203"/>
          </a:xfrm>
          <a:custGeom>
            <a:avLst/>
            <a:gdLst/>
            <a:ahLst/>
            <a:cxnLst/>
            <a:rect r="r" b="b" t="t" l="l"/>
            <a:pathLst>
              <a:path h="8914203" w="17115270">
                <a:moveTo>
                  <a:pt x="17115270" y="0"/>
                </a:moveTo>
                <a:lnTo>
                  <a:pt x="0" y="0"/>
                </a:lnTo>
                <a:lnTo>
                  <a:pt x="0" y="8914202"/>
                </a:lnTo>
                <a:lnTo>
                  <a:pt x="17115270" y="8914202"/>
                </a:lnTo>
                <a:lnTo>
                  <a:pt x="1711527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05074" y="1112809"/>
            <a:ext cx="15477852" cy="8061381"/>
          </a:xfrm>
          <a:custGeom>
            <a:avLst/>
            <a:gdLst/>
            <a:ahLst/>
            <a:cxnLst/>
            <a:rect r="r" b="b" t="t" l="l"/>
            <a:pathLst>
              <a:path h="8061381" w="15477852">
                <a:moveTo>
                  <a:pt x="15477852" y="8061382"/>
                </a:moveTo>
                <a:lnTo>
                  <a:pt x="0" y="8061382"/>
                </a:lnTo>
                <a:lnTo>
                  <a:pt x="0" y="0"/>
                </a:lnTo>
                <a:lnTo>
                  <a:pt x="15477852" y="0"/>
                </a:lnTo>
                <a:lnTo>
                  <a:pt x="15477852" y="806138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04103">
            <a:off x="581139" y="820360"/>
            <a:ext cx="2400618" cy="2047436"/>
          </a:xfrm>
          <a:custGeom>
            <a:avLst/>
            <a:gdLst/>
            <a:ahLst/>
            <a:cxnLst/>
            <a:rect r="r" b="b" t="t" l="l"/>
            <a:pathLst>
              <a:path h="2047436" w="2400618">
                <a:moveTo>
                  <a:pt x="0" y="0"/>
                </a:moveTo>
                <a:lnTo>
                  <a:pt x="2400619" y="0"/>
                </a:lnTo>
                <a:lnTo>
                  <a:pt x="2400619" y="2047436"/>
                </a:lnTo>
                <a:lnTo>
                  <a:pt x="0" y="2047436"/>
                </a:lnTo>
                <a:lnTo>
                  <a:pt x="0" y="0"/>
                </a:lnTo>
                <a:close/>
              </a:path>
            </a:pathLst>
          </a:custGeom>
          <a:blipFill>
            <a:blip r:embed="rId6"/>
            <a:stretch>
              <a:fillRect l="0" t="0" r="0" b="0"/>
            </a:stretch>
          </a:blipFill>
        </p:spPr>
      </p:sp>
      <p:sp>
        <p:nvSpPr>
          <p:cNvPr name="Freeform 5" id="5"/>
          <p:cNvSpPr/>
          <p:nvPr/>
        </p:nvSpPr>
        <p:spPr>
          <a:xfrm flipH="false" flipV="true" rot="0">
            <a:off x="1241521" y="8197132"/>
            <a:ext cx="1244220" cy="1061168"/>
          </a:xfrm>
          <a:custGeom>
            <a:avLst/>
            <a:gdLst/>
            <a:ahLst/>
            <a:cxnLst/>
            <a:rect r="r" b="b" t="t" l="l"/>
            <a:pathLst>
              <a:path h="1061168" w="1244220">
                <a:moveTo>
                  <a:pt x="0" y="1061168"/>
                </a:moveTo>
                <a:lnTo>
                  <a:pt x="1244220" y="1061168"/>
                </a:lnTo>
                <a:lnTo>
                  <a:pt x="1244220" y="0"/>
                </a:lnTo>
                <a:lnTo>
                  <a:pt x="0" y="0"/>
                </a:lnTo>
                <a:lnTo>
                  <a:pt x="0" y="1061168"/>
                </a:lnTo>
                <a:close/>
              </a:path>
            </a:pathLst>
          </a:custGeom>
          <a:blipFill>
            <a:blip r:embed="rId6"/>
            <a:stretch>
              <a:fillRect l="0" t="0" r="0" b="0"/>
            </a:stretch>
          </a:blipFill>
        </p:spPr>
      </p:sp>
      <p:sp>
        <p:nvSpPr>
          <p:cNvPr name="Freeform 6" id="6"/>
          <p:cNvSpPr/>
          <p:nvPr/>
        </p:nvSpPr>
        <p:spPr>
          <a:xfrm flipH="false" flipV="false" rot="0">
            <a:off x="15399330" y="1112809"/>
            <a:ext cx="1005757" cy="857789"/>
          </a:xfrm>
          <a:custGeom>
            <a:avLst/>
            <a:gdLst/>
            <a:ahLst/>
            <a:cxnLst/>
            <a:rect r="r" b="b" t="t" l="l"/>
            <a:pathLst>
              <a:path h="857789" w="1005757">
                <a:moveTo>
                  <a:pt x="0" y="0"/>
                </a:moveTo>
                <a:lnTo>
                  <a:pt x="1005757" y="0"/>
                </a:lnTo>
                <a:lnTo>
                  <a:pt x="1005757" y="857789"/>
                </a:lnTo>
                <a:lnTo>
                  <a:pt x="0" y="857789"/>
                </a:lnTo>
                <a:lnTo>
                  <a:pt x="0" y="0"/>
                </a:lnTo>
                <a:close/>
              </a:path>
            </a:pathLst>
          </a:custGeom>
          <a:blipFill>
            <a:blip r:embed="rId6"/>
            <a:stretch>
              <a:fillRect l="0" t="0" r="0" b="0"/>
            </a:stretch>
          </a:blipFill>
        </p:spPr>
      </p:sp>
      <p:sp>
        <p:nvSpPr>
          <p:cNvPr name="Freeform 7" id="7"/>
          <p:cNvSpPr/>
          <p:nvPr/>
        </p:nvSpPr>
        <p:spPr>
          <a:xfrm flipH="false" flipV="false" rot="0">
            <a:off x="3594623" y="-1721320"/>
            <a:ext cx="2651415" cy="2627311"/>
          </a:xfrm>
          <a:custGeom>
            <a:avLst/>
            <a:gdLst/>
            <a:ahLst/>
            <a:cxnLst/>
            <a:rect r="r" b="b" t="t" l="l"/>
            <a:pathLst>
              <a:path h="2627311" w="2651415">
                <a:moveTo>
                  <a:pt x="0" y="0"/>
                </a:moveTo>
                <a:lnTo>
                  <a:pt x="2651415" y="0"/>
                </a:lnTo>
                <a:lnTo>
                  <a:pt x="2651415" y="2627312"/>
                </a:lnTo>
                <a:lnTo>
                  <a:pt x="0" y="262731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1479340" y="9448800"/>
            <a:ext cx="2374695" cy="2353106"/>
          </a:xfrm>
          <a:custGeom>
            <a:avLst/>
            <a:gdLst/>
            <a:ahLst/>
            <a:cxnLst/>
            <a:rect r="r" b="b" t="t" l="l"/>
            <a:pathLst>
              <a:path h="2353106" w="2374695">
                <a:moveTo>
                  <a:pt x="0" y="0"/>
                </a:moveTo>
                <a:lnTo>
                  <a:pt x="2374695" y="0"/>
                </a:lnTo>
                <a:lnTo>
                  <a:pt x="2374695" y="2353106"/>
                </a:lnTo>
                <a:lnTo>
                  <a:pt x="0" y="23531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5095399" y="7579220"/>
            <a:ext cx="2381271" cy="2021381"/>
          </a:xfrm>
          <a:custGeom>
            <a:avLst/>
            <a:gdLst/>
            <a:ahLst/>
            <a:cxnLst/>
            <a:rect r="r" b="b" t="t" l="l"/>
            <a:pathLst>
              <a:path h="2021381" w="2381271">
                <a:moveTo>
                  <a:pt x="0" y="0"/>
                </a:moveTo>
                <a:lnTo>
                  <a:pt x="2381271" y="0"/>
                </a:lnTo>
                <a:lnTo>
                  <a:pt x="2381271" y="2021381"/>
                </a:lnTo>
                <a:lnTo>
                  <a:pt x="0" y="2021381"/>
                </a:lnTo>
                <a:lnTo>
                  <a:pt x="0" y="0"/>
                </a:lnTo>
                <a:close/>
              </a:path>
            </a:pathLst>
          </a:custGeom>
          <a:blipFill>
            <a:blip r:embed="rId9"/>
            <a:stretch>
              <a:fillRect l="0" t="0" r="0" b="0"/>
            </a:stretch>
          </a:blipFill>
        </p:spPr>
      </p:sp>
      <p:graphicFrame>
        <p:nvGraphicFramePr>
          <p:cNvPr name="Object 10" id="10"/>
          <p:cNvGraphicFramePr/>
          <p:nvPr/>
        </p:nvGraphicFramePr>
        <p:xfrm>
          <a:off x="2485741" y="3257550"/>
          <a:ext cx="7543800" cy="3771900"/>
        </p:xfrm>
        <a:graphic>
          <a:graphicData uri="http://schemas.openxmlformats.org/presentationml/2006/ole">
            <p:oleObj imgW="9042400" imgH="5270500" r:id="rId11" progId="Excel.Sheet.12" name="Worksheet">
              <p:embed/>
              <p:pic>
                <p:nvPicPr>
                  <p:cNvPr name="" id="0"/>
                  <p:cNvPicPr/>
                  <p:nvPr/>
                </p:nvPicPr>
                <p:blipFill>
                  <a:blip r:embed="rId10"/>
                  <a:stretch>
                    <a:fillRect/>
                  </a:stretch>
                </p:blipFill>
                <p:spPr>
                  <a:xfrm>
                    <a:off x="1270000" y="1270000"/>
                    <a:ext cx="1270000" cy="1270000"/>
                  </a:xfrm>
                  <a:prstGeom prst="rect"/>
                </p:spPr>
              </p:pic>
            </p:oleObj>
          </a:graphicData>
        </a:graphic>
      </p:graphicFrame>
      <p:sp>
        <p:nvSpPr>
          <p:cNvPr name="TextBox 11" id="11"/>
          <p:cNvSpPr txBox="true"/>
          <p:nvPr/>
        </p:nvSpPr>
        <p:spPr>
          <a:xfrm rot="0">
            <a:off x="3000829" y="2235441"/>
            <a:ext cx="11902797" cy="762000"/>
          </a:xfrm>
          <a:prstGeom prst="rect">
            <a:avLst/>
          </a:prstGeom>
        </p:spPr>
        <p:txBody>
          <a:bodyPr anchor="t" rtlCol="false" tIns="0" lIns="0" bIns="0" rIns="0">
            <a:spAutoFit/>
          </a:bodyPr>
          <a:lstStyle/>
          <a:p>
            <a:pPr algn="ctr">
              <a:lnSpc>
                <a:spcPts val="5999"/>
              </a:lnSpc>
            </a:pPr>
            <a:r>
              <a:rPr lang="en-US" sz="4999" b="true">
                <a:solidFill>
                  <a:srgbClr val="FFFFFF"/>
                </a:solidFill>
                <a:latin typeface="TT Chocolates Bold"/>
                <a:ea typeface="TT Chocolates Bold"/>
                <a:cs typeface="TT Chocolates Bold"/>
                <a:sym typeface="TT Chocolates Bold"/>
              </a:rPr>
              <a:t>Perancangan Hardware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541980"/>
        </a:solidFill>
      </p:bgPr>
    </p:bg>
    <p:spTree>
      <p:nvGrpSpPr>
        <p:cNvPr id="1" name=""/>
        <p:cNvGrpSpPr/>
        <p:nvPr/>
      </p:nvGrpSpPr>
      <p:grpSpPr>
        <a:xfrm>
          <a:off x="0" y="0"/>
          <a:ext cx="0" cy="0"/>
          <a:chOff x="0" y="0"/>
          <a:chExt cx="0" cy="0"/>
        </a:xfrm>
      </p:grpSpPr>
      <p:sp>
        <p:nvSpPr>
          <p:cNvPr name="Freeform 2" id="2"/>
          <p:cNvSpPr/>
          <p:nvPr/>
        </p:nvSpPr>
        <p:spPr>
          <a:xfrm flipH="true" flipV="false" rot="0">
            <a:off x="586365" y="686399"/>
            <a:ext cx="17115270" cy="8914203"/>
          </a:xfrm>
          <a:custGeom>
            <a:avLst/>
            <a:gdLst/>
            <a:ahLst/>
            <a:cxnLst/>
            <a:rect r="r" b="b" t="t" l="l"/>
            <a:pathLst>
              <a:path h="8914203" w="17115270">
                <a:moveTo>
                  <a:pt x="17115270" y="0"/>
                </a:moveTo>
                <a:lnTo>
                  <a:pt x="0" y="0"/>
                </a:lnTo>
                <a:lnTo>
                  <a:pt x="0" y="8914202"/>
                </a:lnTo>
                <a:lnTo>
                  <a:pt x="17115270" y="8914202"/>
                </a:lnTo>
                <a:lnTo>
                  <a:pt x="1711527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05074" y="1112809"/>
            <a:ext cx="15477852" cy="8061381"/>
          </a:xfrm>
          <a:custGeom>
            <a:avLst/>
            <a:gdLst/>
            <a:ahLst/>
            <a:cxnLst/>
            <a:rect r="r" b="b" t="t" l="l"/>
            <a:pathLst>
              <a:path h="8061381" w="15477852">
                <a:moveTo>
                  <a:pt x="15477852" y="8061382"/>
                </a:moveTo>
                <a:lnTo>
                  <a:pt x="0" y="8061382"/>
                </a:lnTo>
                <a:lnTo>
                  <a:pt x="0" y="0"/>
                </a:lnTo>
                <a:lnTo>
                  <a:pt x="15477852" y="0"/>
                </a:lnTo>
                <a:lnTo>
                  <a:pt x="15477852" y="806138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04103">
            <a:off x="581139" y="820360"/>
            <a:ext cx="2400618" cy="2047436"/>
          </a:xfrm>
          <a:custGeom>
            <a:avLst/>
            <a:gdLst/>
            <a:ahLst/>
            <a:cxnLst/>
            <a:rect r="r" b="b" t="t" l="l"/>
            <a:pathLst>
              <a:path h="2047436" w="2400618">
                <a:moveTo>
                  <a:pt x="0" y="0"/>
                </a:moveTo>
                <a:lnTo>
                  <a:pt x="2400619" y="0"/>
                </a:lnTo>
                <a:lnTo>
                  <a:pt x="2400619" y="2047436"/>
                </a:lnTo>
                <a:lnTo>
                  <a:pt x="0" y="2047436"/>
                </a:lnTo>
                <a:lnTo>
                  <a:pt x="0" y="0"/>
                </a:lnTo>
                <a:close/>
              </a:path>
            </a:pathLst>
          </a:custGeom>
          <a:blipFill>
            <a:blip r:embed="rId6"/>
            <a:stretch>
              <a:fillRect l="0" t="0" r="0" b="0"/>
            </a:stretch>
          </a:blipFill>
        </p:spPr>
      </p:sp>
      <p:sp>
        <p:nvSpPr>
          <p:cNvPr name="Freeform 5" id="5"/>
          <p:cNvSpPr/>
          <p:nvPr/>
        </p:nvSpPr>
        <p:spPr>
          <a:xfrm flipH="false" flipV="true" rot="0">
            <a:off x="1241521" y="8197132"/>
            <a:ext cx="1244220" cy="1061168"/>
          </a:xfrm>
          <a:custGeom>
            <a:avLst/>
            <a:gdLst/>
            <a:ahLst/>
            <a:cxnLst/>
            <a:rect r="r" b="b" t="t" l="l"/>
            <a:pathLst>
              <a:path h="1061168" w="1244220">
                <a:moveTo>
                  <a:pt x="0" y="1061168"/>
                </a:moveTo>
                <a:lnTo>
                  <a:pt x="1244220" y="1061168"/>
                </a:lnTo>
                <a:lnTo>
                  <a:pt x="1244220" y="0"/>
                </a:lnTo>
                <a:lnTo>
                  <a:pt x="0" y="0"/>
                </a:lnTo>
                <a:lnTo>
                  <a:pt x="0" y="1061168"/>
                </a:lnTo>
                <a:close/>
              </a:path>
            </a:pathLst>
          </a:custGeom>
          <a:blipFill>
            <a:blip r:embed="rId6"/>
            <a:stretch>
              <a:fillRect l="0" t="0" r="0" b="0"/>
            </a:stretch>
          </a:blipFill>
        </p:spPr>
      </p:sp>
      <p:sp>
        <p:nvSpPr>
          <p:cNvPr name="Freeform 6" id="6"/>
          <p:cNvSpPr/>
          <p:nvPr/>
        </p:nvSpPr>
        <p:spPr>
          <a:xfrm flipH="false" flipV="false" rot="0">
            <a:off x="15399330" y="1112809"/>
            <a:ext cx="1005757" cy="857789"/>
          </a:xfrm>
          <a:custGeom>
            <a:avLst/>
            <a:gdLst/>
            <a:ahLst/>
            <a:cxnLst/>
            <a:rect r="r" b="b" t="t" l="l"/>
            <a:pathLst>
              <a:path h="857789" w="1005757">
                <a:moveTo>
                  <a:pt x="0" y="0"/>
                </a:moveTo>
                <a:lnTo>
                  <a:pt x="1005757" y="0"/>
                </a:lnTo>
                <a:lnTo>
                  <a:pt x="1005757" y="857789"/>
                </a:lnTo>
                <a:lnTo>
                  <a:pt x="0" y="857789"/>
                </a:lnTo>
                <a:lnTo>
                  <a:pt x="0" y="0"/>
                </a:lnTo>
                <a:close/>
              </a:path>
            </a:pathLst>
          </a:custGeom>
          <a:blipFill>
            <a:blip r:embed="rId6"/>
            <a:stretch>
              <a:fillRect l="0" t="0" r="0" b="0"/>
            </a:stretch>
          </a:blipFill>
        </p:spPr>
      </p:sp>
      <p:sp>
        <p:nvSpPr>
          <p:cNvPr name="Freeform 7" id="7"/>
          <p:cNvSpPr/>
          <p:nvPr/>
        </p:nvSpPr>
        <p:spPr>
          <a:xfrm flipH="false" flipV="false" rot="0">
            <a:off x="3594623" y="-1721320"/>
            <a:ext cx="2651415" cy="2627311"/>
          </a:xfrm>
          <a:custGeom>
            <a:avLst/>
            <a:gdLst/>
            <a:ahLst/>
            <a:cxnLst/>
            <a:rect r="r" b="b" t="t" l="l"/>
            <a:pathLst>
              <a:path h="2627311" w="2651415">
                <a:moveTo>
                  <a:pt x="0" y="0"/>
                </a:moveTo>
                <a:lnTo>
                  <a:pt x="2651415" y="0"/>
                </a:lnTo>
                <a:lnTo>
                  <a:pt x="2651415" y="2627312"/>
                </a:lnTo>
                <a:lnTo>
                  <a:pt x="0" y="262731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1479340" y="9448800"/>
            <a:ext cx="2374695" cy="2353106"/>
          </a:xfrm>
          <a:custGeom>
            <a:avLst/>
            <a:gdLst/>
            <a:ahLst/>
            <a:cxnLst/>
            <a:rect r="r" b="b" t="t" l="l"/>
            <a:pathLst>
              <a:path h="2353106" w="2374695">
                <a:moveTo>
                  <a:pt x="0" y="0"/>
                </a:moveTo>
                <a:lnTo>
                  <a:pt x="2374695" y="0"/>
                </a:lnTo>
                <a:lnTo>
                  <a:pt x="2374695" y="2353106"/>
                </a:lnTo>
                <a:lnTo>
                  <a:pt x="0" y="23531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5095399" y="7579220"/>
            <a:ext cx="2381271" cy="2021381"/>
          </a:xfrm>
          <a:custGeom>
            <a:avLst/>
            <a:gdLst/>
            <a:ahLst/>
            <a:cxnLst/>
            <a:rect r="r" b="b" t="t" l="l"/>
            <a:pathLst>
              <a:path h="2021381" w="2381271">
                <a:moveTo>
                  <a:pt x="0" y="0"/>
                </a:moveTo>
                <a:lnTo>
                  <a:pt x="2381271" y="0"/>
                </a:lnTo>
                <a:lnTo>
                  <a:pt x="2381271" y="2021381"/>
                </a:lnTo>
                <a:lnTo>
                  <a:pt x="0" y="2021381"/>
                </a:lnTo>
                <a:lnTo>
                  <a:pt x="0" y="0"/>
                </a:lnTo>
                <a:close/>
              </a:path>
            </a:pathLst>
          </a:custGeom>
          <a:blipFill>
            <a:blip r:embed="rId9"/>
            <a:stretch>
              <a:fillRect l="0" t="0" r="0" b="0"/>
            </a:stretch>
          </a:blipFill>
        </p:spPr>
      </p:sp>
      <p:sp>
        <p:nvSpPr>
          <p:cNvPr name="Freeform 10" id="10"/>
          <p:cNvSpPr/>
          <p:nvPr/>
        </p:nvSpPr>
        <p:spPr>
          <a:xfrm flipH="false" flipV="false" rot="0">
            <a:off x="5415844" y="2321019"/>
            <a:ext cx="7456312" cy="5644962"/>
          </a:xfrm>
          <a:custGeom>
            <a:avLst/>
            <a:gdLst/>
            <a:ahLst/>
            <a:cxnLst/>
            <a:rect r="r" b="b" t="t" l="l"/>
            <a:pathLst>
              <a:path h="5644962" w="7456312">
                <a:moveTo>
                  <a:pt x="0" y="0"/>
                </a:moveTo>
                <a:lnTo>
                  <a:pt x="7456312" y="0"/>
                </a:lnTo>
                <a:lnTo>
                  <a:pt x="7456312" y="5644962"/>
                </a:lnTo>
                <a:lnTo>
                  <a:pt x="0" y="5644962"/>
                </a:lnTo>
                <a:lnTo>
                  <a:pt x="0" y="0"/>
                </a:lnTo>
                <a:close/>
              </a:path>
            </a:pathLst>
          </a:custGeom>
          <a:blipFill>
            <a:blip r:embed="rId10"/>
            <a:stretch>
              <a:fillRect l="0" t="0" r="0" b="0"/>
            </a:stretch>
          </a:blipFill>
        </p:spPr>
      </p:sp>
      <p:sp>
        <p:nvSpPr>
          <p:cNvPr name="Freeform 11" id="11"/>
          <p:cNvSpPr/>
          <p:nvPr/>
        </p:nvSpPr>
        <p:spPr>
          <a:xfrm flipH="false" flipV="false" rot="0">
            <a:off x="5100514" y="2260171"/>
            <a:ext cx="8086971" cy="5766659"/>
          </a:xfrm>
          <a:custGeom>
            <a:avLst/>
            <a:gdLst/>
            <a:ahLst/>
            <a:cxnLst/>
            <a:rect r="r" b="b" t="t" l="l"/>
            <a:pathLst>
              <a:path h="5766659" w="8086971">
                <a:moveTo>
                  <a:pt x="0" y="0"/>
                </a:moveTo>
                <a:lnTo>
                  <a:pt x="8086972" y="0"/>
                </a:lnTo>
                <a:lnTo>
                  <a:pt x="8086972" y="5766658"/>
                </a:lnTo>
                <a:lnTo>
                  <a:pt x="0" y="5766658"/>
                </a:lnTo>
                <a:lnTo>
                  <a:pt x="0" y="0"/>
                </a:lnTo>
                <a:close/>
              </a:path>
            </a:pathLst>
          </a:custGeom>
          <a:blipFill>
            <a:blip r:embed="rId11"/>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541980"/>
        </a:solidFill>
      </p:bgPr>
    </p:bg>
    <p:spTree>
      <p:nvGrpSpPr>
        <p:cNvPr id="1" name=""/>
        <p:cNvGrpSpPr/>
        <p:nvPr/>
      </p:nvGrpSpPr>
      <p:grpSpPr>
        <a:xfrm>
          <a:off x="0" y="0"/>
          <a:ext cx="0" cy="0"/>
          <a:chOff x="0" y="0"/>
          <a:chExt cx="0" cy="0"/>
        </a:xfrm>
      </p:grpSpPr>
      <p:sp>
        <p:nvSpPr>
          <p:cNvPr name="Freeform 2" id="2"/>
          <p:cNvSpPr/>
          <p:nvPr/>
        </p:nvSpPr>
        <p:spPr>
          <a:xfrm flipH="true" flipV="false" rot="0">
            <a:off x="586365" y="686399"/>
            <a:ext cx="17115270" cy="8914203"/>
          </a:xfrm>
          <a:custGeom>
            <a:avLst/>
            <a:gdLst/>
            <a:ahLst/>
            <a:cxnLst/>
            <a:rect r="r" b="b" t="t" l="l"/>
            <a:pathLst>
              <a:path h="8914203" w="17115270">
                <a:moveTo>
                  <a:pt x="17115270" y="0"/>
                </a:moveTo>
                <a:lnTo>
                  <a:pt x="0" y="0"/>
                </a:lnTo>
                <a:lnTo>
                  <a:pt x="0" y="8914202"/>
                </a:lnTo>
                <a:lnTo>
                  <a:pt x="17115270" y="8914202"/>
                </a:lnTo>
                <a:lnTo>
                  <a:pt x="1711527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05074" y="1112809"/>
            <a:ext cx="15477852" cy="8061381"/>
          </a:xfrm>
          <a:custGeom>
            <a:avLst/>
            <a:gdLst/>
            <a:ahLst/>
            <a:cxnLst/>
            <a:rect r="r" b="b" t="t" l="l"/>
            <a:pathLst>
              <a:path h="8061381" w="15477852">
                <a:moveTo>
                  <a:pt x="15477852" y="8061382"/>
                </a:moveTo>
                <a:lnTo>
                  <a:pt x="0" y="8061382"/>
                </a:lnTo>
                <a:lnTo>
                  <a:pt x="0" y="0"/>
                </a:lnTo>
                <a:lnTo>
                  <a:pt x="15477852" y="0"/>
                </a:lnTo>
                <a:lnTo>
                  <a:pt x="15477852" y="806138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04103">
            <a:off x="581139" y="820360"/>
            <a:ext cx="2400618" cy="2047436"/>
          </a:xfrm>
          <a:custGeom>
            <a:avLst/>
            <a:gdLst/>
            <a:ahLst/>
            <a:cxnLst/>
            <a:rect r="r" b="b" t="t" l="l"/>
            <a:pathLst>
              <a:path h="2047436" w="2400618">
                <a:moveTo>
                  <a:pt x="0" y="0"/>
                </a:moveTo>
                <a:lnTo>
                  <a:pt x="2400619" y="0"/>
                </a:lnTo>
                <a:lnTo>
                  <a:pt x="2400619" y="2047436"/>
                </a:lnTo>
                <a:lnTo>
                  <a:pt x="0" y="2047436"/>
                </a:lnTo>
                <a:lnTo>
                  <a:pt x="0" y="0"/>
                </a:lnTo>
                <a:close/>
              </a:path>
            </a:pathLst>
          </a:custGeom>
          <a:blipFill>
            <a:blip r:embed="rId6"/>
            <a:stretch>
              <a:fillRect l="0" t="0" r="0" b="0"/>
            </a:stretch>
          </a:blipFill>
        </p:spPr>
      </p:sp>
      <p:sp>
        <p:nvSpPr>
          <p:cNvPr name="Freeform 5" id="5"/>
          <p:cNvSpPr/>
          <p:nvPr/>
        </p:nvSpPr>
        <p:spPr>
          <a:xfrm flipH="false" flipV="true" rot="0">
            <a:off x="1241521" y="8197132"/>
            <a:ext cx="1244220" cy="1061168"/>
          </a:xfrm>
          <a:custGeom>
            <a:avLst/>
            <a:gdLst/>
            <a:ahLst/>
            <a:cxnLst/>
            <a:rect r="r" b="b" t="t" l="l"/>
            <a:pathLst>
              <a:path h="1061168" w="1244220">
                <a:moveTo>
                  <a:pt x="0" y="1061168"/>
                </a:moveTo>
                <a:lnTo>
                  <a:pt x="1244220" y="1061168"/>
                </a:lnTo>
                <a:lnTo>
                  <a:pt x="1244220" y="0"/>
                </a:lnTo>
                <a:lnTo>
                  <a:pt x="0" y="0"/>
                </a:lnTo>
                <a:lnTo>
                  <a:pt x="0" y="1061168"/>
                </a:lnTo>
                <a:close/>
              </a:path>
            </a:pathLst>
          </a:custGeom>
          <a:blipFill>
            <a:blip r:embed="rId6"/>
            <a:stretch>
              <a:fillRect l="0" t="0" r="0" b="0"/>
            </a:stretch>
          </a:blipFill>
        </p:spPr>
      </p:sp>
      <p:sp>
        <p:nvSpPr>
          <p:cNvPr name="Freeform 6" id="6"/>
          <p:cNvSpPr/>
          <p:nvPr/>
        </p:nvSpPr>
        <p:spPr>
          <a:xfrm flipH="false" flipV="false" rot="0">
            <a:off x="15399330" y="1112809"/>
            <a:ext cx="1005757" cy="857789"/>
          </a:xfrm>
          <a:custGeom>
            <a:avLst/>
            <a:gdLst/>
            <a:ahLst/>
            <a:cxnLst/>
            <a:rect r="r" b="b" t="t" l="l"/>
            <a:pathLst>
              <a:path h="857789" w="1005757">
                <a:moveTo>
                  <a:pt x="0" y="0"/>
                </a:moveTo>
                <a:lnTo>
                  <a:pt x="1005757" y="0"/>
                </a:lnTo>
                <a:lnTo>
                  <a:pt x="1005757" y="857789"/>
                </a:lnTo>
                <a:lnTo>
                  <a:pt x="0" y="857789"/>
                </a:lnTo>
                <a:lnTo>
                  <a:pt x="0" y="0"/>
                </a:lnTo>
                <a:close/>
              </a:path>
            </a:pathLst>
          </a:custGeom>
          <a:blipFill>
            <a:blip r:embed="rId6"/>
            <a:stretch>
              <a:fillRect l="0" t="0" r="0" b="0"/>
            </a:stretch>
          </a:blipFill>
        </p:spPr>
      </p:sp>
      <p:sp>
        <p:nvSpPr>
          <p:cNvPr name="Freeform 7" id="7"/>
          <p:cNvSpPr/>
          <p:nvPr/>
        </p:nvSpPr>
        <p:spPr>
          <a:xfrm flipH="false" flipV="false" rot="0">
            <a:off x="3594623" y="-1721320"/>
            <a:ext cx="2651415" cy="2627311"/>
          </a:xfrm>
          <a:custGeom>
            <a:avLst/>
            <a:gdLst/>
            <a:ahLst/>
            <a:cxnLst/>
            <a:rect r="r" b="b" t="t" l="l"/>
            <a:pathLst>
              <a:path h="2627311" w="2651415">
                <a:moveTo>
                  <a:pt x="0" y="0"/>
                </a:moveTo>
                <a:lnTo>
                  <a:pt x="2651415" y="0"/>
                </a:lnTo>
                <a:lnTo>
                  <a:pt x="2651415" y="2627312"/>
                </a:lnTo>
                <a:lnTo>
                  <a:pt x="0" y="262731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1479340" y="9448800"/>
            <a:ext cx="2374695" cy="2353106"/>
          </a:xfrm>
          <a:custGeom>
            <a:avLst/>
            <a:gdLst/>
            <a:ahLst/>
            <a:cxnLst/>
            <a:rect r="r" b="b" t="t" l="l"/>
            <a:pathLst>
              <a:path h="2353106" w="2374695">
                <a:moveTo>
                  <a:pt x="0" y="0"/>
                </a:moveTo>
                <a:lnTo>
                  <a:pt x="2374695" y="0"/>
                </a:lnTo>
                <a:lnTo>
                  <a:pt x="2374695" y="2353106"/>
                </a:lnTo>
                <a:lnTo>
                  <a:pt x="0" y="23531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5095399" y="7579220"/>
            <a:ext cx="2381271" cy="2021381"/>
          </a:xfrm>
          <a:custGeom>
            <a:avLst/>
            <a:gdLst/>
            <a:ahLst/>
            <a:cxnLst/>
            <a:rect r="r" b="b" t="t" l="l"/>
            <a:pathLst>
              <a:path h="2021381" w="2381271">
                <a:moveTo>
                  <a:pt x="0" y="0"/>
                </a:moveTo>
                <a:lnTo>
                  <a:pt x="2381271" y="0"/>
                </a:lnTo>
                <a:lnTo>
                  <a:pt x="2381271" y="2021381"/>
                </a:lnTo>
                <a:lnTo>
                  <a:pt x="0" y="2021381"/>
                </a:lnTo>
                <a:lnTo>
                  <a:pt x="0" y="0"/>
                </a:lnTo>
                <a:close/>
              </a:path>
            </a:pathLst>
          </a:custGeom>
          <a:blipFill>
            <a:blip r:embed="rId9"/>
            <a:stretch>
              <a:fillRect l="0" t="0" r="0" b="0"/>
            </a:stretch>
          </a:blipFill>
        </p:spPr>
      </p:sp>
      <p:sp>
        <p:nvSpPr>
          <p:cNvPr name="Freeform 10" id="10"/>
          <p:cNvSpPr/>
          <p:nvPr/>
        </p:nvSpPr>
        <p:spPr>
          <a:xfrm flipH="false" flipV="false" rot="0">
            <a:off x="5415844" y="2321019"/>
            <a:ext cx="7456312" cy="5644962"/>
          </a:xfrm>
          <a:custGeom>
            <a:avLst/>
            <a:gdLst/>
            <a:ahLst/>
            <a:cxnLst/>
            <a:rect r="r" b="b" t="t" l="l"/>
            <a:pathLst>
              <a:path h="5644962" w="7456312">
                <a:moveTo>
                  <a:pt x="0" y="0"/>
                </a:moveTo>
                <a:lnTo>
                  <a:pt x="7456312" y="0"/>
                </a:lnTo>
                <a:lnTo>
                  <a:pt x="7456312" y="5644962"/>
                </a:lnTo>
                <a:lnTo>
                  <a:pt x="0" y="5644962"/>
                </a:lnTo>
                <a:lnTo>
                  <a:pt x="0" y="0"/>
                </a:lnTo>
                <a:close/>
              </a:path>
            </a:pathLst>
          </a:custGeom>
          <a:blipFill>
            <a:blip r:embed="rId10"/>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541980"/>
        </a:solidFill>
      </p:bgPr>
    </p:bg>
    <p:spTree>
      <p:nvGrpSpPr>
        <p:cNvPr id="1" name=""/>
        <p:cNvGrpSpPr/>
        <p:nvPr/>
      </p:nvGrpSpPr>
      <p:grpSpPr>
        <a:xfrm>
          <a:off x="0" y="0"/>
          <a:ext cx="0" cy="0"/>
          <a:chOff x="0" y="0"/>
          <a:chExt cx="0" cy="0"/>
        </a:xfrm>
      </p:grpSpPr>
      <p:sp>
        <p:nvSpPr>
          <p:cNvPr name="Freeform 2" id="2"/>
          <p:cNvSpPr/>
          <p:nvPr/>
        </p:nvSpPr>
        <p:spPr>
          <a:xfrm flipH="true" flipV="false" rot="0">
            <a:off x="586365" y="686399"/>
            <a:ext cx="17115270" cy="8914203"/>
          </a:xfrm>
          <a:custGeom>
            <a:avLst/>
            <a:gdLst/>
            <a:ahLst/>
            <a:cxnLst/>
            <a:rect r="r" b="b" t="t" l="l"/>
            <a:pathLst>
              <a:path h="8914203" w="17115270">
                <a:moveTo>
                  <a:pt x="17115270" y="0"/>
                </a:moveTo>
                <a:lnTo>
                  <a:pt x="0" y="0"/>
                </a:lnTo>
                <a:lnTo>
                  <a:pt x="0" y="8914202"/>
                </a:lnTo>
                <a:lnTo>
                  <a:pt x="17115270" y="8914202"/>
                </a:lnTo>
                <a:lnTo>
                  <a:pt x="1711527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05074" y="1112809"/>
            <a:ext cx="15477852" cy="8061381"/>
          </a:xfrm>
          <a:custGeom>
            <a:avLst/>
            <a:gdLst/>
            <a:ahLst/>
            <a:cxnLst/>
            <a:rect r="r" b="b" t="t" l="l"/>
            <a:pathLst>
              <a:path h="8061381" w="15477852">
                <a:moveTo>
                  <a:pt x="15477852" y="8061382"/>
                </a:moveTo>
                <a:lnTo>
                  <a:pt x="0" y="8061382"/>
                </a:lnTo>
                <a:lnTo>
                  <a:pt x="0" y="0"/>
                </a:lnTo>
                <a:lnTo>
                  <a:pt x="15477852" y="0"/>
                </a:lnTo>
                <a:lnTo>
                  <a:pt x="15477852" y="806138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04103">
            <a:off x="581139" y="820360"/>
            <a:ext cx="2400618" cy="2047436"/>
          </a:xfrm>
          <a:custGeom>
            <a:avLst/>
            <a:gdLst/>
            <a:ahLst/>
            <a:cxnLst/>
            <a:rect r="r" b="b" t="t" l="l"/>
            <a:pathLst>
              <a:path h="2047436" w="2400618">
                <a:moveTo>
                  <a:pt x="0" y="0"/>
                </a:moveTo>
                <a:lnTo>
                  <a:pt x="2400619" y="0"/>
                </a:lnTo>
                <a:lnTo>
                  <a:pt x="2400619" y="2047436"/>
                </a:lnTo>
                <a:lnTo>
                  <a:pt x="0" y="2047436"/>
                </a:lnTo>
                <a:lnTo>
                  <a:pt x="0" y="0"/>
                </a:lnTo>
                <a:close/>
              </a:path>
            </a:pathLst>
          </a:custGeom>
          <a:blipFill>
            <a:blip r:embed="rId6"/>
            <a:stretch>
              <a:fillRect l="0" t="0" r="0" b="0"/>
            </a:stretch>
          </a:blipFill>
        </p:spPr>
      </p:sp>
      <p:sp>
        <p:nvSpPr>
          <p:cNvPr name="Freeform 5" id="5"/>
          <p:cNvSpPr/>
          <p:nvPr/>
        </p:nvSpPr>
        <p:spPr>
          <a:xfrm flipH="false" flipV="true" rot="0">
            <a:off x="1241521" y="8197132"/>
            <a:ext cx="1244220" cy="1061168"/>
          </a:xfrm>
          <a:custGeom>
            <a:avLst/>
            <a:gdLst/>
            <a:ahLst/>
            <a:cxnLst/>
            <a:rect r="r" b="b" t="t" l="l"/>
            <a:pathLst>
              <a:path h="1061168" w="1244220">
                <a:moveTo>
                  <a:pt x="0" y="1061168"/>
                </a:moveTo>
                <a:lnTo>
                  <a:pt x="1244220" y="1061168"/>
                </a:lnTo>
                <a:lnTo>
                  <a:pt x="1244220" y="0"/>
                </a:lnTo>
                <a:lnTo>
                  <a:pt x="0" y="0"/>
                </a:lnTo>
                <a:lnTo>
                  <a:pt x="0" y="1061168"/>
                </a:lnTo>
                <a:close/>
              </a:path>
            </a:pathLst>
          </a:custGeom>
          <a:blipFill>
            <a:blip r:embed="rId6"/>
            <a:stretch>
              <a:fillRect l="0" t="0" r="0" b="0"/>
            </a:stretch>
          </a:blipFill>
        </p:spPr>
      </p:sp>
      <p:sp>
        <p:nvSpPr>
          <p:cNvPr name="Freeform 6" id="6"/>
          <p:cNvSpPr/>
          <p:nvPr/>
        </p:nvSpPr>
        <p:spPr>
          <a:xfrm flipH="false" flipV="false" rot="0">
            <a:off x="15399330" y="1112809"/>
            <a:ext cx="1005757" cy="857789"/>
          </a:xfrm>
          <a:custGeom>
            <a:avLst/>
            <a:gdLst/>
            <a:ahLst/>
            <a:cxnLst/>
            <a:rect r="r" b="b" t="t" l="l"/>
            <a:pathLst>
              <a:path h="857789" w="1005757">
                <a:moveTo>
                  <a:pt x="0" y="0"/>
                </a:moveTo>
                <a:lnTo>
                  <a:pt x="1005757" y="0"/>
                </a:lnTo>
                <a:lnTo>
                  <a:pt x="1005757" y="857789"/>
                </a:lnTo>
                <a:lnTo>
                  <a:pt x="0" y="857789"/>
                </a:lnTo>
                <a:lnTo>
                  <a:pt x="0" y="0"/>
                </a:lnTo>
                <a:close/>
              </a:path>
            </a:pathLst>
          </a:custGeom>
          <a:blipFill>
            <a:blip r:embed="rId6"/>
            <a:stretch>
              <a:fillRect l="0" t="0" r="0" b="0"/>
            </a:stretch>
          </a:blipFill>
        </p:spPr>
      </p:sp>
      <p:sp>
        <p:nvSpPr>
          <p:cNvPr name="Freeform 7" id="7"/>
          <p:cNvSpPr/>
          <p:nvPr/>
        </p:nvSpPr>
        <p:spPr>
          <a:xfrm flipH="false" flipV="false" rot="0">
            <a:off x="3594623" y="-1721320"/>
            <a:ext cx="2651415" cy="2627311"/>
          </a:xfrm>
          <a:custGeom>
            <a:avLst/>
            <a:gdLst/>
            <a:ahLst/>
            <a:cxnLst/>
            <a:rect r="r" b="b" t="t" l="l"/>
            <a:pathLst>
              <a:path h="2627311" w="2651415">
                <a:moveTo>
                  <a:pt x="0" y="0"/>
                </a:moveTo>
                <a:lnTo>
                  <a:pt x="2651415" y="0"/>
                </a:lnTo>
                <a:lnTo>
                  <a:pt x="2651415" y="2627312"/>
                </a:lnTo>
                <a:lnTo>
                  <a:pt x="0" y="262731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1479340" y="9448800"/>
            <a:ext cx="2374695" cy="2353106"/>
          </a:xfrm>
          <a:custGeom>
            <a:avLst/>
            <a:gdLst/>
            <a:ahLst/>
            <a:cxnLst/>
            <a:rect r="r" b="b" t="t" l="l"/>
            <a:pathLst>
              <a:path h="2353106" w="2374695">
                <a:moveTo>
                  <a:pt x="0" y="0"/>
                </a:moveTo>
                <a:lnTo>
                  <a:pt x="2374695" y="0"/>
                </a:lnTo>
                <a:lnTo>
                  <a:pt x="2374695" y="2353106"/>
                </a:lnTo>
                <a:lnTo>
                  <a:pt x="0" y="23531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3000829" y="2235441"/>
            <a:ext cx="11902797" cy="762000"/>
          </a:xfrm>
          <a:prstGeom prst="rect">
            <a:avLst/>
          </a:prstGeom>
        </p:spPr>
        <p:txBody>
          <a:bodyPr anchor="t" rtlCol="false" tIns="0" lIns="0" bIns="0" rIns="0">
            <a:spAutoFit/>
          </a:bodyPr>
          <a:lstStyle/>
          <a:p>
            <a:pPr algn="ctr">
              <a:lnSpc>
                <a:spcPts val="5999"/>
              </a:lnSpc>
            </a:pPr>
            <a:r>
              <a:rPr lang="en-US" sz="4999" b="true">
                <a:solidFill>
                  <a:srgbClr val="FFFFFF"/>
                </a:solidFill>
                <a:latin typeface="TT Chocolates Bold"/>
                <a:ea typeface="TT Chocolates Bold"/>
                <a:cs typeface="TT Chocolates Bold"/>
                <a:sym typeface="TT Chocolates Bold"/>
              </a:rPr>
              <a:t>Perancangan Software</a:t>
            </a:r>
          </a:p>
        </p:txBody>
      </p:sp>
      <p:sp>
        <p:nvSpPr>
          <p:cNvPr name="TextBox 10" id="10"/>
          <p:cNvSpPr txBox="true"/>
          <p:nvPr/>
        </p:nvSpPr>
        <p:spPr>
          <a:xfrm rot="0">
            <a:off x="2596020" y="3521152"/>
            <a:ext cx="13690014" cy="3253740"/>
          </a:xfrm>
          <a:prstGeom prst="rect">
            <a:avLst/>
          </a:prstGeom>
        </p:spPr>
        <p:txBody>
          <a:bodyPr anchor="t" rtlCol="false" tIns="0" lIns="0" bIns="0" rIns="0">
            <a:spAutoFit/>
          </a:bodyPr>
          <a:lstStyle/>
          <a:p>
            <a:pPr algn="just">
              <a:lnSpc>
                <a:spcPts val="4290"/>
              </a:lnSpc>
            </a:pPr>
            <a:r>
              <a:rPr lang="en-US" sz="3300">
                <a:solidFill>
                  <a:srgbClr val="FFFFFF"/>
                </a:solidFill>
                <a:latin typeface="TT Chocolates"/>
                <a:ea typeface="TT Chocolates"/>
                <a:cs typeface="TT Chocolates"/>
                <a:sym typeface="TT Chocolates"/>
              </a:rPr>
              <a:t>Aplikasi Processing menerima data serial dari Arduino dan memetakan nilai 0–1023 ke koordinat layar menggunakan fungsi map(). Agar pergerakan terlihat halus, diterapkan teknik easing (interpolasi eksponensial). </a:t>
            </a:r>
          </a:p>
          <a:p>
            <a:pPr algn="just">
              <a:lnSpc>
                <a:spcPts val="4290"/>
              </a:lnSpc>
            </a:pPr>
          </a:p>
          <a:p>
            <a:pPr algn="just">
              <a:lnSpc>
                <a:spcPts val="4290"/>
              </a:lnSpc>
            </a:pPr>
            <a:r>
              <a:rPr lang="en-US" sz="3300">
                <a:solidFill>
                  <a:srgbClr val="FFFFFF"/>
                </a:solidFill>
                <a:latin typeface="TT Chocolates"/>
                <a:ea typeface="TT Chocolates"/>
                <a:cs typeface="TT Chocolates"/>
                <a:sym typeface="TT Chocolates"/>
              </a:rPr>
              <a:t>Screenshot diambil hanya pada area wajah, lalu disimpan sementara sebagai upload_temp.png untuk diproses lebih lanjut.</a:t>
            </a:r>
          </a:p>
        </p:txBody>
      </p:sp>
      <p:sp>
        <p:nvSpPr>
          <p:cNvPr name="Freeform 11" id="11"/>
          <p:cNvSpPr/>
          <p:nvPr/>
        </p:nvSpPr>
        <p:spPr>
          <a:xfrm flipH="false" flipV="false" rot="0">
            <a:off x="15095399" y="7579220"/>
            <a:ext cx="2381271" cy="2021381"/>
          </a:xfrm>
          <a:custGeom>
            <a:avLst/>
            <a:gdLst/>
            <a:ahLst/>
            <a:cxnLst/>
            <a:rect r="r" b="b" t="t" l="l"/>
            <a:pathLst>
              <a:path h="2021381" w="2381271">
                <a:moveTo>
                  <a:pt x="0" y="0"/>
                </a:moveTo>
                <a:lnTo>
                  <a:pt x="2381271" y="0"/>
                </a:lnTo>
                <a:lnTo>
                  <a:pt x="2381271" y="2021381"/>
                </a:lnTo>
                <a:lnTo>
                  <a:pt x="0" y="2021381"/>
                </a:lnTo>
                <a:lnTo>
                  <a:pt x="0" y="0"/>
                </a:lnTo>
                <a:close/>
              </a:path>
            </a:pathLst>
          </a:custGeom>
          <a:blipFill>
            <a:blip r:embed="rId9"/>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541980"/>
        </a:solidFill>
      </p:bgPr>
    </p:bg>
    <p:spTree>
      <p:nvGrpSpPr>
        <p:cNvPr id="1" name=""/>
        <p:cNvGrpSpPr/>
        <p:nvPr/>
      </p:nvGrpSpPr>
      <p:grpSpPr>
        <a:xfrm>
          <a:off x="0" y="0"/>
          <a:ext cx="0" cy="0"/>
          <a:chOff x="0" y="0"/>
          <a:chExt cx="0" cy="0"/>
        </a:xfrm>
      </p:grpSpPr>
      <p:sp>
        <p:nvSpPr>
          <p:cNvPr name="Freeform 2" id="2"/>
          <p:cNvSpPr/>
          <p:nvPr/>
        </p:nvSpPr>
        <p:spPr>
          <a:xfrm flipH="true" flipV="false" rot="0">
            <a:off x="586365" y="686399"/>
            <a:ext cx="17115270" cy="8914203"/>
          </a:xfrm>
          <a:custGeom>
            <a:avLst/>
            <a:gdLst/>
            <a:ahLst/>
            <a:cxnLst/>
            <a:rect r="r" b="b" t="t" l="l"/>
            <a:pathLst>
              <a:path h="8914203" w="17115270">
                <a:moveTo>
                  <a:pt x="17115270" y="0"/>
                </a:moveTo>
                <a:lnTo>
                  <a:pt x="0" y="0"/>
                </a:lnTo>
                <a:lnTo>
                  <a:pt x="0" y="8914202"/>
                </a:lnTo>
                <a:lnTo>
                  <a:pt x="17115270" y="8914202"/>
                </a:lnTo>
                <a:lnTo>
                  <a:pt x="1711527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05074" y="1112809"/>
            <a:ext cx="15477852" cy="8061381"/>
          </a:xfrm>
          <a:custGeom>
            <a:avLst/>
            <a:gdLst/>
            <a:ahLst/>
            <a:cxnLst/>
            <a:rect r="r" b="b" t="t" l="l"/>
            <a:pathLst>
              <a:path h="8061381" w="15477852">
                <a:moveTo>
                  <a:pt x="15477852" y="8061382"/>
                </a:moveTo>
                <a:lnTo>
                  <a:pt x="0" y="8061382"/>
                </a:lnTo>
                <a:lnTo>
                  <a:pt x="0" y="0"/>
                </a:lnTo>
                <a:lnTo>
                  <a:pt x="15477852" y="0"/>
                </a:lnTo>
                <a:lnTo>
                  <a:pt x="15477852" y="806138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04103">
            <a:off x="581139" y="820360"/>
            <a:ext cx="2400618" cy="2047436"/>
          </a:xfrm>
          <a:custGeom>
            <a:avLst/>
            <a:gdLst/>
            <a:ahLst/>
            <a:cxnLst/>
            <a:rect r="r" b="b" t="t" l="l"/>
            <a:pathLst>
              <a:path h="2047436" w="2400618">
                <a:moveTo>
                  <a:pt x="0" y="0"/>
                </a:moveTo>
                <a:lnTo>
                  <a:pt x="2400619" y="0"/>
                </a:lnTo>
                <a:lnTo>
                  <a:pt x="2400619" y="2047436"/>
                </a:lnTo>
                <a:lnTo>
                  <a:pt x="0" y="2047436"/>
                </a:lnTo>
                <a:lnTo>
                  <a:pt x="0" y="0"/>
                </a:lnTo>
                <a:close/>
              </a:path>
            </a:pathLst>
          </a:custGeom>
          <a:blipFill>
            <a:blip r:embed="rId6"/>
            <a:stretch>
              <a:fillRect l="0" t="0" r="0" b="0"/>
            </a:stretch>
          </a:blipFill>
        </p:spPr>
      </p:sp>
      <p:sp>
        <p:nvSpPr>
          <p:cNvPr name="Freeform 5" id="5"/>
          <p:cNvSpPr/>
          <p:nvPr/>
        </p:nvSpPr>
        <p:spPr>
          <a:xfrm flipH="false" flipV="true" rot="0">
            <a:off x="1241521" y="8197132"/>
            <a:ext cx="1244220" cy="1061168"/>
          </a:xfrm>
          <a:custGeom>
            <a:avLst/>
            <a:gdLst/>
            <a:ahLst/>
            <a:cxnLst/>
            <a:rect r="r" b="b" t="t" l="l"/>
            <a:pathLst>
              <a:path h="1061168" w="1244220">
                <a:moveTo>
                  <a:pt x="0" y="1061168"/>
                </a:moveTo>
                <a:lnTo>
                  <a:pt x="1244220" y="1061168"/>
                </a:lnTo>
                <a:lnTo>
                  <a:pt x="1244220" y="0"/>
                </a:lnTo>
                <a:lnTo>
                  <a:pt x="0" y="0"/>
                </a:lnTo>
                <a:lnTo>
                  <a:pt x="0" y="1061168"/>
                </a:lnTo>
                <a:close/>
              </a:path>
            </a:pathLst>
          </a:custGeom>
          <a:blipFill>
            <a:blip r:embed="rId6"/>
            <a:stretch>
              <a:fillRect l="0" t="0" r="0" b="0"/>
            </a:stretch>
          </a:blipFill>
        </p:spPr>
      </p:sp>
      <p:sp>
        <p:nvSpPr>
          <p:cNvPr name="Freeform 6" id="6"/>
          <p:cNvSpPr/>
          <p:nvPr/>
        </p:nvSpPr>
        <p:spPr>
          <a:xfrm flipH="false" flipV="false" rot="0">
            <a:off x="15399330" y="1112809"/>
            <a:ext cx="1005757" cy="857789"/>
          </a:xfrm>
          <a:custGeom>
            <a:avLst/>
            <a:gdLst/>
            <a:ahLst/>
            <a:cxnLst/>
            <a:rect r="r" b="b" t="t" l="l"/>
            <a:pathLst>
              <a:path h="857789" w="1005757">
                <a:moveTo>
                  <a:pt x="0" y="0"/>
                </a:moveTo>
                <a:lnTo>
                  <a:pt x="1005757" y="0"/>
                </a:lnTo>
                <a:lnTo>
                  <a:pt x="1005757" y="857789"/>
                </a:lnTo>
                <a:lnTo>
                  <a:pt x="0" y="857789"/>
                </a:lnTo>
                <a:lnTo>
                  <a:pt x="0" y="0"/>
                </a:lnTo>
                <a:close/>
              </a:path>
            </a:pathLst>
          </a:custGeom>
          <a:blipFill>
            <a:blip r:embed="rId6"/>
            <a:stretch>
              <a:fillRect l="0" t="0" r="0" b="0"/>
            </a:stretch>
          </a:blipFill>
        </p:spPr>
      </p:sp>
      <p:sp>
        <p:nvSpPr>
          <p:cNvPr name="Freeform 7" id="7"/>
          <p:cNvSpPr/>
          <p:nvPr/>
        </p:nvSpPr>
        <p:spPr>
          <a:xfrm flipH="false" flipV="false" rot="0">
            <a:off x="3594623" y="-1721320"/>
            <a:ext cx="2651415" cy="2627311"/>
          </a:xfrm>
          <a:custGeom>
            <a:avLst/>
            <a:gdLst/>
            <a:ahLst/>
            <a:cxnLst/>
            <a:rect r="r" b="b" t="t" l="l"/>
            <a:pathLst>
              <a:path h="2627311" w="2651415">
                <a:moveTo>
                  <a:pt x="0" y="0"/>
                </a:moveTo>
                <a:lnTo>
                  <a:pt x="2651415" y="0"/>
                </a:lnTo>
                <a:lnTo>
                  <a:pt x="2651415" y="2627312"/>
                </a:lnTo>
                <a:lnTo>
                  <a:pt x="0" y="262731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1479340" y="9448800"/>
            <a:ext cx="2374695" cy="2353106"/>
          </a:xfrm>
          <a:custGeom>
            <a:avLst/>
            <a:gdLst/>
            <a:ahLst/>
            <a:cxnLst/>
            <a:rect r="r" b="b" t="t" l="l"/>
            <a:pathLst>
              <a:path h="2353106" w="2374695">
                <a:moveTo>
                  <a:pt x="0" y="0"/>
                </a:moveTo>
                <a:lnTo>
                  <a:pt x="2374695" y="0"/>
                </a:lnTo>
                <a:lnTo>
                  <a:pt x="2374695" y="2353106"/>
                </a:lnTo>
                <a:lnTo>
                  <a:pt x="0" y="23531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3000829" y="2235441"/>
            <a:ext cx="11902797" cy="762000"/>
          </a:xfrm>
          <a:prstGeom prst="rect">
            <a:avLst/>
          </a:prstGeom>
        </p:spPr>
        <p:txBody>
          <a:bodyPr anchor="t" rtlCol="false" tIns="0" lIns="0" bIns="0" rIns="0">
            <a:spAutoFit/>
          </a:bodyPr>
          <a:lstStyle/>
          <a:p>
            <a:pPr algn="ctr">
              <a:lnSpc>
                <a:spcPts val="5999"/>
              </a:lnSpc>
            </a:pPr>
            <a:r>
              <a:rPr lang="en-US" sz="4999" b="true">
                <a:solidFill>
                  <a:srgbClr val="FFFFFF"/>
                </a:solidFill>
                <a:latin typeface="TT Chocolates Bold"/>
                <a:ea typeface="TT Chocolates Bold"/>
                <a:cs typeface="TT Chocolates Bold"/>
                <a:sym typeface="TT Chocolates Bold"/>
              </a:rPr>
              <a:t>Fitur Unggah</a:t>
            </a:r>
          </a:p>
        </p:txBody>
      </p:sp>
      <p:sp>
        <p:nvSpPr>
          <p:cNvPr name="TextBox 10" id="10"/>
          <p:cNvSpPr txBox="true"/>
          <p:nvPr/>
        </p:nvSpPr>
        <p:spPr>
          <a:xfrm rot="0">
            <a:off x="2596020" y="3521152"/>
            <a:ext cx="13690014" cy="3253740"/>
          </a:xfrm>
          <a:prstGeom prst="rect">
            <a:avLst/>
          </a:prstGeom>
        </p:spPr>
        <p:txBody>
          <a:bodyPr anchor="t" rtlCol="false" tIns="0" lIns="0" bIns="0" rIns="0">
            <a:spAutoFit/>
          </a:bodyPr>
          <a:lstStyle/>
          <a:p>
            <a:pPr algn="just">
              <a:lnSpc>
                <a:spcPts val="4290"/>
              </a:lnSpc>
            </a:pPr>
            <a:r>
              <a:rPr lang="en-US" sz="3300">
                <a:solidFill>
                  <a:srgbClr val="FFFFFF"/>
                </a:solidFill>
                <a:latin typeface="TT Chocolates"/>
                <a:ea typeface="TT Chocolates"/>
                <a:cs typeface="TT Chocolates"/>
                <a:sym typeface="TT Chocolates"/>
              </a:rPr>
              <a:t>Ketika tombol ditekan, Processing secara otomatis mengambil screenshot bagian wajah dan menyimpannya sebagai gambar. </a:t>
            </a:r>
          </a:p>
          <a:p>
            <a:pPr algn="just">
              <a:lnSpc>
                <a:spcPts val="4290"/>
              </a:lnSpc>
            </a:pPr>
          </a:p>
          <a:p>
            <a:pPr algn="just">
              <a:lnSpc>
                <a:spcPts val="4290"/>
              </a:lnSpc>
            </a:pPr>
            <a:r>
              <a:rPr lang="en-US" sz="3300">
                <a:solidFill>
                  <a:srgbClr val="FFFFFF"/>
                </a:solidFill>
                <a:latin typeface="TT Chocolates"/>
                <a:ea typeface="TT Chocolates"/>
                <a:cs typeface="TT Chocolates"/>
                <a:sym typeface="TT Chocolates"/>
              </a:rPr>
              <a:t>Sistem mengirim gambar menggunakan HTTP POST dan mempublikasikannya sebagai postingan baru di Mastodon.</a:t>
            </a:r>
          </a:p>
          <a:p>
            <a:pPr algn="just">
              <a:lnSpc>
                <a:spcPts val="4290"/>
              </a:lnSpc>
            </a:pPr>
          </a:p>
        </p:txBody>
      </p:sp>
      <p:sp>
        <p:nvSpPr>
          <p:cNvPr name="Freeform 11" id="11"/>
          <p:cNvSpPr/>
          <p:nvPr/>
        </p:nvSpPr>
        <p:spPr>
          <a:xfrm flipH="false" flipV="false" rot="0">
            <a:off x="15095399" y="7579220"/>
            <a:ext cx="2381271" cy="2021381"/>
          </a:xfrm>
          <a:custGeom>
            <a:avLst/>
            <a:gdLst/>
            <a:ahLst/>
            <a:cxnLst/>
            <a:rect r="r" b="b" t="t" l="l"/>
            <a:pathLst>
              <a:path h="2021381" w="2381271">
                <a:moveTo>
                  <a:pt x="0" y="0"/>
                </a:moveTo>
                <a:lnTo>
                  <a:pt x="2381271" y="0"/>
                </a:lnTo>
                <a:lnTo>
                  <a:pt x="2381271" y="2021381"/>
                </a:lnTo>
                <a:lnTo>
                  <a:pt x="0" y="2021381"/>
                </a:lnTo>
                <a:lnTo>
                  <a:pt x="0" y="0"/>
                </a:lnTo>
                <a:close/>
              </a:path>
            </a:pathLst>
          </a:custGeom>
          <a:blipFill>
            <a:blip r:embed="rId9"/>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541980"/>
        </a:solidFill>
      </p:bgPr>
    </p:bg>
    <p:spTree>
      <p:nvGrpSpPr>
        <p:cNvPr id="1" name=""/>
        <p:cNvGrpSpPr/>
        <p:nvPr/>
      </p:nvGrpSpPr>
      <p:grpSpPr>
        <a:xfrm>
          <a:off x="0" y="0"/>
          <a:ext cx="0" cy="0"/>
          <a:chOff x="0" y="0"/>
          <a:chExt cx="0" cy="0"/>
        </a:xfrm>
      </p:grpSpPr>
      <p:sp>
        <p:nvSpPr>
          <p:cNvPr name="Freeform 2" id="2"/>
          <p:cNvSpPr/>
          <p:nvPr/>
        </p:nvSpPr>
        <p:spPr>
          <a:xfrm flipH="true" flipV="false" rot="0">
            <a:off x="586365" y="686399"/>
            <a:ext cx="17115270" cy="8914203"/>
          </a:xfrm>
          <a:custGeom>
            <a:avLst/>
            <a:gdLst/>
            <a:ahLst/>
            <a:cxnLst/>
            <a:rect r="r" b="b" t="t" l="l"/>
            <a:pathLst>
              <a:path h="8914203" w="17115270">
                <a:moveTo>
                  <a:pt x="17115270" y="0"/>
                </a:moveTo>
                <a:lnTo>
                  <a:pt x="0" y="0"/>
                </a:lnTo>
                <a:lnTo>
                  <a:pt x="0" y="8914202"/>
                </a:lnTo>
                <a:lnTo>
                  <a:pt x="17115270" y="8914202"/>
                </a:lnTo>
                <a:lnTo>
                  <a:pt x="1711527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05074" y="1112809"/>
            <a:ext cx="15477852" cy="8061381"/>
          </a:xfrm>
          <a:custGeom>
            <a:avLst/>
            <a:gdLst/>
            <a:ahLst/>
            <a:cxnLst/>
            <a:rect r="r" b="b" t="t" l="l"/>
            <a:pathLst>
              <a:path h="8061381" w="15477852">
                <a:moveTo>
                  <a:pt x="15477852" y="8061382"/>
                </a:moveTo>
                <a:lnTo>
                  <a:pt x="0" y="8061382"/>
                </a:lnTo>
                <a:lnTo>
                  <a:pt x="0" y="0"/>
                </a:lnTo>
                <a:lnTo>
                  <a:pt x="15477852" y="0"/>
                </a:lnTo>
                <a:lnTo>
                  <a:pt x="15477852" y="806138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04103">
            <a:off x="581139" y="820360"/>
            <a:ext cx="2400618" cy="2047436"/>
          </a:xfrm>
          <a:custGeom>
            <a:avLst/>
            <a:gdLst/>
            <a:ahLst/>
            <a:cxnLst/>
            <a:rect r="r" b="b" t="t" l="l"/>
            <a:pathLst>
              <a:path h="2047436" w="2400618">
                <a:moveTo>
                  <a:pt x="0" y="0"/>
                </a:moveTo>
                <a:lnTo>
                  <a:pt x="2400619" y="0"/>
                </a:lnTo>
                <a:lnTo>
                  <a:pt x="2400619" y="2047436"/>
                </a:lnTo>
                <a:lnTo>
                  <a:pt x="0" y="2047436"/>
                </a:lnTo>
                <a:lnTo>
                  <a:pt x="0" y="0"/>
                </a:lnTo>
                <a:close/>
              </a:path>
            </a:pathLst>
          </a:custGeom>
          <a:blipFill>
            <a:blip r:embed="rId6"/>
            <a:stretch>
              <a:fillRect l="0" t="0" r="0" b="0"/>
            </a:stretch>
          </a:blipFill>
        </p:spPr>
      </p:sp>
      <p:sp>
        <p:nvSpPr>
          <p:cNvPr name="Freeform 5" id="5"/>
          <p:cNvSpPr/>
          <p:nvPr/>
        </p:nvSpPr>
        <p:spPr>
          <a:xfrm flipH="false" flipV="true" rot="0">
            <a:off x="1241521" y="8197132"/>
            <a:ext cx="1244220" cy="1061168"/>
          </a:xfrm>
          <a:custGeom>
            <a:avLst/>
            <a:gdLst/>
            <a:ahLst/>
            <a:cxnLst/>
            <a:rect r="r" b="b" t="t" l="l"/>
            <a:pathLst>
              <a:path h="1061168" w="1244220">
                <a:moveTo>
                  <a:pt x="0" y="1061168"/>
                </a:moveTo>
                <a:lnTo>
                  <a:pt x="1244220" y="1061168"/>
                </a:lnTo>
                <a:lnTo>
                  <a:pt x="1244220" y="0"/>
                </a:lnTo>
                <a:lnTo>
                  <a:pt x="0" y="0"/>
                </a:lnTo>
                <a:lnTo>
                  <a:pt x="0" y="1061168"/>
                </a:lnTo>
                <a:close/>
              </a:path>
            </a:pathLst>
          </a:custGeom>
          <a:blipFill>
            <a:blip r:embed="rId6"/>
            <a:stretch>
              <a:fillRect l="0" t="0" r="0" b="0"/>
            </a:stretch>
          </a:blipFill>
        </p:spPr>
      </p:sp>
      <p:sp>
        <p:nvSpPr>
          <p:cNvPr name="Freeform 6" id="6"/>
          <p:cNvSpPr/>
          <p:nvPr/>
        </p:nvSpPr>
        <p:spPr>
          <a:xfrm flipH="false" flipV="false" rot="0">
            <a:off x="15399330" y="1112809"/>
            <a:ext cx="1005757" cy="857789"/>
          </a:xfrm>
          <a:custGeom>
            <a:avLst/>
            <a:gdLst/>
            <a:ahLst/>
            <a:cxnLst/>
            <a:rect r="r" b="b" t="t" l="l"/>
            <a:pathLst>
              <a:path h="857789" w="1005757">
                <a:moveTo>
                  <a:pt x="0" y="0"/>
                </a:moveTo>
                <a:lnTo>
                  <a:pt x="1005757" y="0"/>
                </a:lnTo>
                <a:lnTo>
                  <a:pt x="1005757" y="857789"/>
                </a:lnTo>
                <a:lnTo>
                  <a:pt x="0" y="857789"/>
                </a:lnTo>
                <a:lnTo>
                  <a:pt x="0" y="0"/>
                </a:lnTo>
                <a:close/>
              </a:path>
            </a:pathLst>
          </a:custGeom>
          <a:blipFill>
            <a:blip r:embed="rId6"/>
            <a:stretch>
              <a:fillRect l="0" t="0" r="0" b="0"/>
            </a:stretch>
          </a:blipFill>
        </p:spPr>
      </p:sp>
      <p:sp>
        <p:nvSpPr>
          <p:cNvPr name="Freeform 7" id="7"/>
          <p:cNvSpPr/>
          <p:nvPr/>
        </p:nvSpPr>
        <p:spPr>
          <a:xfrm flipH="false" flipV="false" rot="0">
            <a:off x="3594623" y="-1721320"/>
            <a:ext cx="2651415" cy="2627311"/>
          </a:xfrm>
          <a:custGeom>
            <a:avLst/>
            <a:gdLst/>
            <a:ahLst/>
            <a:cxnLst/>
            <a:rect r="r" b="b" t="t" l="l"/>
            <a:pathLst>
              <a:path h="2627311" w="2651415">
                <a:moveTo>
                  <a:pt x="0" y="0"/>
                </a:moveTo>
                <a:lnTo>
                  <a:pt x="2651415" y="0"/>
                </a:lnTo>
                <a:lnTo>
                  <a:pt x="2651415" y="2627312"/>
                </a:lnTo>
                <a:lnTo>
                  <a:pt x="0" y="262731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1479340" y="9448800"/>
            <a:ext cx="2374695" cy="2353106"/>
          </a:xfrm>
          <a:custGeom>
            <a:avLst/>
            <a:gdLst/>
            <a:ahLst/>
            <a:cxnLst/>
            <a:rect r="r" b="b" t="t" l="l"/>
            <a:pathLst>
              <a:path h="2353106" w="2374695">
                <a:moveTo>
                  <a:pt x="0" y="0"/>
                </a:moveTo>
                <a:lnTo>
                  <a:pt x="2374695" y="0"/>
                </a:lnTo>
                <a:lnTo>
                  <a:pt x="2374695" y="2353106"/>
                </a:lnTo>
                <a:lnTo>
                  <a:pt x="0" y="23531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3000829" y="2235441"/>
            <a:ext cx="11902797" cy="762000"/>
          </a:xfrm>
          <a:prstGeom prst="rect">
            <a:avLst/>
          </a:prstGeom>
        </p:spPr>
        <p:txBody>
          <a:bodyPr anchor="t" rtlCol="false" tIns="0" lIns="0" bIns="0" rIns="0">
            <a:spAutoFit/>
          </a:bodyPr>
          <a:lstStyle/>
          <a:p>
            <a:pPr algn="ctr">
              <a:lnSpc>
                <a:spcPts val="5999"/>
              </a:lnSpc>
            </a:pPr>
            <a:r>
              <a:rPr lang="en-US" sz="4999" b="true">
                <a:solidFill>
                  <a:srgbClr val="FFFFFF"/>
                </a:solidFill>
                <a:latin typeface="TT Chocolates Bold"/>
                <a:ea typeface="TT Chocolates Bold"/>
                <a:cs typeface="TT Chocolates Bold"/>
                <a:sym typeface="TT Chocolates Bold"/>
              </a:rPr>
              <a:t>Hasil Implementasi</a:t>
            </a:r>
          </a:p>
        </p:txBody>
      </p:sp>
      <p:sp>
        <p:nvSpPr>
          <p:cNvPr name="TextBox 10" id="10"/>
          <p:cNvSpPr txBox="true"/>
          <p:nvPr/>
        </p:nvSpPr>
        <p:spPr>
          <a:xfrm rot="0">
            <a:off x="2596020" y="3521152"/>
            <a:ext cx="13690014" cy="2710815"/>
          </a:xfrm>
          <a:prstGeom prst="rect">
            <a:avLst/>
          </a:prstGeom>
        </p:spPr>
        <p:txBody>
          <a:bodyPr anchor="t" rtlCol="false" tIns="0" lIns="0" bIns="0" rIns="0">
            <a:spAutoFit/>
          </a:bodyPr>
          <a:lstStyle/>
          <a:p>
            <a:pPr algn="just">
              <a:lnSpc>
                <a:spcPts val="4290"/>
              </a:lnSpc>
            </a:pPr>
            <a:r>
              <a:rPr lang="en-US" sz="3300">
                <a:solidFill>
                  <a:srgbClr val="FFFFFF"/>
                </a:solidFill>
                <a:latin typeface="TT Chocolates"/>
                <a:ea typeface="TT Chocolates"/>
                <a:cs typeface="TT Chocolates"/>
                <a:sym typeface="TT Chocolates"/>
              </a:rPr>
              <a:t>Sistem berhasil menampilkan gerakan wajah yang responsif dengan latency sangat rendah. Smoothing menghasilkan pergerakan yang stabil. Screenshot yang dihasilkan juga akurat meskipun pada layar High DPI. Hasil unggahan otomatis muncul di timeline Mastodon kurang dari lima detik setelah tombol ditekan.</a:t>
            </a:r>
          </a:p>
        </p:txBody>
      </p:sp>
      <p:sp>
        <p:nvSpPr>
          <p:cNvPr name="Freeform 11" id="11"/>
          <p:cNvSpPr/>
          <p:nvPr/>
        </p:nvSpPr>
        <p:spPr>
          <a:xfrm flipH="false" flipV="false" rot="0">
            <a:off x="15095399" y="7579220"/>
            <a:ext cx="2381271" cy="2021381"/>
          </a:xfrm>
          <a:custGeom>
            <a:avLst/>
            <a:gdLst/>
            <a:ahLst/>
            <a:cxnLst/>
            <a:rect r="r" b="b" t="t" l="l"/>
            <a:pathLst>
              <a:path h="2021381" w="2381271">
                <a:moveTo>
                  <a:pt x="0" y="0"/>
                </a:moveTo>
                <a:lnTo>
                  <a:pt x="2381271" y="0"/>
                </a:lnTo>
                <a:lnTo>
                  <a:pt x="2381271" y="2021381"/>
                </a:lnTo>
                <a:lnTo>
                  <a:pt x="0" y="2021381"/>
                </a:lnTo>
                <a:lnTo>
                  <a:pt x="0" y="0"/>
                </a:lnTo>
                <a:close/>
              </a:path>
            </a:pathLst>
          </a:custGeom>
          <a:blipFill>
            <a:blip r:embed="rId9"/>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541980"/>
        </a:solidFill>
      </p:bgPr>
    </p:bg>
    <p:spTree>
      <p:nvGrpSpPr>
        <p:cNvPr id="1" name=""/>
        <p:cNvGrpSpPr/>
        <p:nvPr/>
      </p:nvGrpSpPr>
      <p:grpSpPr>
        <a:xfrm>
          <a:off x="0" y="0"/>
          <a:ext cx="0" cy="0"/>
          <a:chOff x="0" y="0"/>
          <a:chExt cx="0" cy="0"/>
        </a:xfrm>
      </p:grpSpPr>
      <p:sp>
        <p:nvSpPr>
          <p:cNvPr name="Freeform 2" id="2"/>
          <p:cNvSpPr/>
          <p:nvPr/>
        </p:nvSpPr>
        <p:spPr>
          <a:xfrm flipH="true" flipV="false" rot="0">
            <a:off x="586365" y="686399"/>
            <a:ext cx="17115270" cy="8914203"/>
          </a:xfrm>
          <a:custGeom>
            <a:avLst/>
            <a:gdLst/>
            <a:ahLst/>
            <a:cxnLst/>
            <a:rect r="r" b="b" t="t" l="l"/>
            <a:pathLst>
              <a:path h="8914203" w="17115270">
                <a:moveTo>
                  <a:pt x="17115270" y="0"/>
                </a:moveTo>
                <a:lnTo>
                  <a:pt x="0" y="0"/>
                </a:lnTo>
                <a:lnTo>
                  <a:pt x="0" y="8914202"/>
                </a:lnTo>
                <a:lnTo>
                  <a:pt x="17115270" y="8914202"/>
                </a:lnTo>
                <a:lnTo>
                  <a:pt x="1711527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05074" y="1112809"/>
            <a:ext cx="15477852" cy="8061381"/>
          </a:xfrm>
          <a:custGeom>
            <a:avLst/>
            <a:gdLst/>
            <a:ahLst/>
            <a:cxnLst/>
            <a:rect r="r" b="b" t="t" l="l"/>
            <a:pathLst>
              <a:path h="8061381" w="15477852">
                <a:moveTo>
                  <a:pt x="15477852" y="8061382"/>
                </a:moveTo>
                <a:lnTo>
                  <a:pt x="0" y="8061382"/>
                </a:lnTo>
                <a:lnTo>
                  <a:pt x="0" y="0"/>
                </a:lnTo>
                <a:lnTo>
                  <a:pt x="15477852" y="0"/>
                </a:lnTo>
                <a:lnTo>
                  <a:pt x="15477852" y="806138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04103">
            <a:off x="581139" y="820360"/>
            <a:ext cx="2400618" cy="2047436"/>
          </a:xfrm>
          <a:custGeom>
            <a:avLst/>
            <a:gdLst/>
            <a:ahLst/>
            <a:cxnLst/>
            <a:rect r="r" b="b" t="t" l="l"/>
            <a:pathLst>
              <a:path h="2047436" w="2400618">
                <a:moveTo>
                  <a:pt x="0" y="0"/>
                </a:moveTo>
                <a:lnTo>
                  <a:pt x="2400619" y="0"/>
                </a:lnTo>
                <a:lnTo>
                  <a:pt x="2400619" y="2047436"/>
                </a:lnTo>
                <a:lnTo>
                  <a:pt x="0" y="2047436"/>
                </a:lnTo>
                <a:lnTo>
                  <a:pt x="0" y="0"/>
                </a:lnTo>
                <a:close/>
              </a:path>
            </a:pathLst>
          </a:custGeom>
          <a:blipFill>
            <a:blip r:embed="rId6"/>
            <a:stretch>
              <a:fillRect l="0" t="0" r="0" b="0"/>
            </a:stretch>
          </a:blipFill>
        </p:spPr>
      </p:sp>
      <p:sp>
        <p:nvSpPr>
          <p:cNvPr name="Freeform 5" id="5"/>
          <p:cNvSpPr/>
          <p:nvPr/>
        </p:nvSpPr>
        <p:spPr>
          <a:xfrm flipH="false" flipV="true" rot="0">
            <a:off x="1241521" y="8197132"/>
            <a:ext cx="1244220" cy="1061168"/>
          </a:xfrm>
          <a:custGeom>
            <a:avLst/>
            <a:gdLst/>
            <a:ahLst/>
            <a:cxnLst/>
            <a:rect r="r" b="b" t="t" l="l"/>
            <a:pathLst>
              <a:path h="1061168" w="1244220">
                <a:moveTo>
                  <a:pt x="0" y="1061168"/>
                </a:moveTo>
                <a:lnTo>
                  <a:pt x="1244220" y="1061168"/>
                </a:lnTo>
                <a:lnTo>
                  <a:pt x="1244220" y="0"/>
                </a:lnTo>
                <a:lnTo>
                  <a:pt x="0" y="0"/>
                </a:lnTo>
                <a:lnTo>
                  <a:pt x="0" y="1061168"/>
                </a:lnTo>
                <a:close/>
              </a:path>
            </a:pathLst>
          </a:custGeom>
          <a:blipFill>
            <a:blip r:embed="rId6"/>
            <a:stretch>
              <a:fillRect l="0" t="0" r="0" b="0"/>
            </a:stretch>
          </a:blipFill>
        </p:spPr>
      </p:sp>
      <p:sp>
        <p:nvSpPr>
          <p:cNvPr name="Freeform 6" id="6"/>
          <p:cNvSpPr/>
          <p:nvPr/>
        </p:nvSpPr>
        <p:spPr>
          <a:xfrm flipH="false" flipV="false" rot="0">
            <a:off x="15399330" y="1112809"/>
            <a:ext cx="1005757" cy="857789"/>
          </a:xfrm>
          <a:custGeom>
            <a:avLst/>
            <a:gdLst/>
            <a:ahLst/>
            <a:cxnLst/>
            <a:rect r="r" b="b" t="t" l="l"/>
            <a:pathLst>
              <a:path h="857789" w="1005757">
                <a:moveTo>
                  <a:pt x="0" y="0"/>
                </a:moveTo>
                <a:lnTo>
                  <a:pt x="1005757" y="0"/>
                </a:lnTo>
                <a:lnTo>
                  <a:pt x="1005757" y="857789"/>
                </a:lnTo>
                <a:lnTo>
                  <a:pt x="0" y="857789"/>
                </a:lnTo>
                <a:lnTo>
                  <a:pt x="0" y="0"/>
                </a:lnTo>
                <a:close/>
              </a:path>
            </a:pathLst>
          </a:custGeom>
          <a:blipFill>
            <a:blip r:embed="rId6"/>
            <a:stretch>
              <a:fillRect l="0" t="0" r="0" b="0"/>
            </a:stretch>
          </a:blipFill>
        </p:spPr>
      </p:sp>
      <p:sp>
        <p:nvSpPr>
          <p:cNvPr name="Freeform 7" id="7"/>
          <p:cNvSpPr/>
          <p:nvPr/>
        </p:nvSpPr>
        <p:spPr>
          <a:xfrm flipH="false" flipV="false" rot="0">
            <a:off x="3594623" y="-1721320"/>
            <a:ext cx="2651415" cy="2627311"/>
          </a:xfrm>
          <a:custGeom>
            <a:avLst/>
            <a:gdLst/>
            <a:ahLst/>
            <a:cxnLst/>
            <a:rect r="r" b="b" t="t" l="l"/>
            <a:pathLst>
              <a:path h="2627311" w="2651415">
                <a:moveTo>
                  <a:pt x="0" y="0"/>
                </a:moveTo>
                <a:lnTo>
                  <a:pt x="2651415" y="0"/>
                </a:lnTo>
                <a:lnTo>
                  <a:pt x="2651415" y="2627312"/>
                </a:lnTo>
                <a:lnTo>
                  <a:pt x="0" y="262731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1479340" y="9448800"/>
            <a:ext cx="2374695" cy="2353106"/>
          </a:xfrm>
          <a:custGeom>
            <a:avLst/>
            <a:gdLst/>
            <a:ahLst/>
            <a:cxnLst/>
            <a:rect r="r" b="b" t="t" l="l"/>
            <a:pathLst>
              <a:path h="2353106" w="2374695">
                <a:moveTo>
                  <a:pt x="0" y="0"/>
                </a:moveTo>
                <a:lnTo>
                  <a:pt x="2374695" y="0"/>
                </a:lnTo>
                <a:lnTo>
                  <a:pt x="2374695" y="2353106"/>
                </a:lnTo>
                <a:lnTo>
                  <a:pt x="0" y="23531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5095399" y="7579220"/>
            <a:ext cx="2381271" cy="2021381"/>
          </a:xfrm>
          <a:custGeom>
            <a:avLst/>
            <a:gdLst/>
            <a:ahLst/>
            <a:cxnLst/>
            <a:rect r="r" b="b" t="t" l="l"/>
            <a:pathLst>
              <a:path h="2021381" w="2381271">
                <a:moveTo>
                  <a:pt x="0" y="0"/>
                </a:moveTo>
                <a:lnTo>
                  <a:pt x="2381271" y="0"/>
                </a:lnTo>
                <a:lnTo>
                  <a:pt x="2381271" y="2021381"/>
                </a:lnTo>
                <a:lnTo>
                  <a:pt x="0" y="2021381"/>
                </a:lnTo>
                <a:lnTo>
                  <a:pt x="0" y="0"/>
                </a:lnTo>
                <a:close/>
              </a:path>
            </a:pathLst>
          </a:custGeom>
          <a:blipFill>
            <a:blip r:embed="rId9"/>
            <a:stretch>
              <a:fillRect l="0" t="0" r="0" b="0"/>
            </a:stretch>
          </a:blipFill>
        </p:spPr>
      </p:sp>
      <p:sp>
        <p:nvSpPr>
          <p:cNvPr name="Freeform 10" id="10"/>
          <p:cNvSpPr/>
          <p:nvPr/>
        </p:nvSpPr>
        <p:spPr>
          <a:xfrm flipH="false" flipV="false" rot="0">
            <a:off x="5407291" y="3412753"/>
            <a:ext cx="7473418" cy="4166467"/>
          </a:xfrm>
          <a:custGeom>
            <a:avLst/>
            <a:gdLst/>
            <a:ahLst/>
            <a:cxnLst/>
            <a:rect r="r" b="b" t="t" l="l"/>
            <a:pathLst>
              <a:path h="4166467" w="7473418">
                <a:moveTo>
                  <a:pt x="0" y="0"/>
                </a:moveTo>
                <a:lnTo>
                  <a:pt x="7473418" y="0"/>
                </a:lnTo>
                <a:lnTo>
                  <a:pt x="7473418" y="4166467"/>
                </a:lnTo>
                <a:lnTo>
                  <a:pt x="0" y="4166467"/>
                </a:lnTo>
                <a:lnTo>
                  <a:pt x="0" y="0"/>
                </a:lnTo>
                <a:close/>
              </a:path>
            </a:pathLst>
          </a:custGeom>
          <a:blipFill>
            <a:blip r:embed="rId10"/>
            <a:stretch>
              <a:fillRect l="0" t="0" r="0" b="0"/>
            </a:stretch>
          </a:blipFill>
        </p:spPr>
      </p:sp>
      <p:sp>
        <p:nvSpPr>
          <p:cNvPr name="TextBox 11" id="11"/>
          <p:cNvSpPr txBox="true"/>
          <p:nvPr/>
        </p:nvSpPr>
        <p:spPr>
          <a:xfrm rot="0">
            <a:off x="3000829" y="2235441"/>
            <a:ext cx="11902797" cy="762000"/>
          </a:xfrm>
          <a:prstGeom prst="rect">
            <a:avLst/>
          </a:prstGeom>
        </p:spPr>
        <p:txBody>
          <a:bodyPr anchor="t" rtlCol="false" tIns="0" lIns="0" bIns="0" rIns="0">
            <a:spAutoFit/>
          </a:bodyPr>
          <a:lstStyle/>
          <a:p>
            <a:pPr algn="ctr">
              <a:lnSpc>
                <a:spcPts val="5999"/>
              </a:lnSpc>
            </a:pPr>
            <a:r>
              <a:rPr lang="en-US" sz="4999" b="true">
                <a:solidFill>
                  <a:srgbClr val="FFFFFF"/>
                </a:solidFill>
                <a:latin typeface="TT Chocolates Bold"/>
                <a:ea typeface="TT Chocolates Bold"/>
                <a:cs typeface="TT Chocolates Bold"/>
                <a:sym typeface="TT Chocolates Bold"/>
              </a:rPr>
              <a:t>Hasil Implementasi</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541980"/>
        </a:solidFill>
      </p:bgPr>
    </p:bg>
    <p:spTree>
      <p:nvGrpSpPr>
        <p:cNvPr id="1" name=""/>
        <p:cNvGrpSpPr/>
        <p:nvPr/>
      </p:nvGrpSpPr>
      <p:grpSpPr>
        <a:xfrm>
          <a:off x="0" y="0"/>
          <a:ext cx="0" cy="0"/>
          <a:chOff x="0" y="0"/>
          <a:chExt cx="0" cy="0"/>
        </a:xfrm>
      </p:grpSpPr>
      <p:sp>
        <p:nvSpPr>
          <p:cNvPr name="Freeform 2" id="2"/>
          <p:cNvSpPr/>
          <p:nvPr/>
        </p:nvSpPr>
        <p:spPr>
          <a:xfrm flipH="true" flipV="false" rot="0">
            <a:off x="586365" y="686399"/>
            <a:ext cx="17115270" cy="8914203"/>
          </a:xfrm>
          <a:custGeom>
            <a:avLst/>
            <a:gdLst/>
            <a:ahLst/>
            <a:cxnLst/>
            <a:rect r="r" b="b" t="t" l="l"/>
            <a:pathLst>
              <a:path h="8914203" w="17115270">
                <a:moveTo>
                  <a:pt x="17115270" y="0"/>
                </a:moveTo>
                <a:lnTo>
                  <a:pt x="0" y="0"/>
                </a:lnTo>
                <a:lnTo>
                  <a:pt x="0" y="8914202"/>
                </a:lnTo>
                <a:lnTo>
                  <a:pt x="17115270" y="8914202"/>
                </a:lnTo>
                <a:lnTo>
                  <a:pt x="1711527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05074" y="1112809"/>
            <a:ext cx="15477852" cy="8061381"/>
          </a:xfrm>
          <a:custGeom>
            <a:avLst/>
            <a:gdLst/>
            <a:ahLst/>
            <a:cxnLst/>
            <a:rect r="r" b="b" t="t" l="l"/>
            <a:pathLst>
              <a:path h="8061381" w="15477852">
                <a:moveTo>
                  <a:pt x="15477852" y="8061382"/>
                </a:moveTo>
                <a:lnTo>
                  <a:pt x="0" y="8061382"/>
                </a:lnTo>
                <a:lnTo>
                  <a:pt x="0" y="0"/>
                </a:lnTo>
                <a:lnTo>
                  <a:pt x="15477852" y="0"/>
                </a:lnTo>
                <a:lnTo>
                  <a:pt x="15477852" y="806138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04103">
            <a:off x="581139" y="820360"/>
            <a:ext cx="2400618" cy="2047436"/>
          </a:xfrm>
          <a:custGeom>
            <a:avLst/>
            <a:gdLst/>
            <a:ahLst/>
            <a:cxnLst/>
            <a:rect r="r" b="b" t="t" l="l"/>
            <a:pathLst>
              <a:path h="2047436" w="2400618">
                <a:moveTo>
                  <a:pt x="0" y="0"/>
                </a:moveTo>
                <a:lnTo>
                  <a:pt x="2400619" y="0"/>
                </a:lnTo>
                <a:lnTo>
                  <a:pt x="2400619" y="2047436"/>
                </a:lnTo>
                <a:lnTo>
                  <a:pt x="0" y="2047436"/>
                </a:lnTo>
                <a:lnTo>
                  <a:pt x="0" y="0"/>
                </a:lnTo>
                <a:close/>
              </a:path>
            </a:pathLst>
          </a:custGeom>
          <a:blipFill>
            <a:blip r:embed="rId6"/>
            <a:stretch>
              <a:fillRect l="0" t="0" r="0" b="0"/>
            </a:stretch>
          </a:blipFill>
        </p:spPr>
      </p:sp>
      <p:sp>
        <p:nvSpPr>
          <p:cNvPr name="Freeform 5" id="5"/>
          <p:cNvSpPr/>
          <p:nvPr/>
        </p:nvSpPr>
        <p:spPr>
          <a:xfrm flipH="false" flipV="true" rot="0">
            <a:off x="1241521" y="8197132"/>
            <a:ext cx="1244220" cy="1061168"/>
          </a:xfrm>
          <a:custGeom>
            <a:avLst/>
            <a:gdLst/>
            <a:ahLst/>
            <a:cxnLst/>
            <a:rect r="r" b="b" t="t" l="l"/>
            <a:pathLst>
              <a:path h="1061168" w="1244220">
                <a:moveTo>
                  <a:pt x="0" y="1061168"/>
                </a:moveTo>
                <a:lnTo>
                  <a:pt x="1244220" y="1061168"/>
                </a:lnTo>
                <a:lnTo>
                  <a:pt x="1244220" y="0"/>
                </a:lnTo>
                <a:lnTo>
                  <a:pt x="0" y="0"/>
                </a:lnTo>
                <a:lnTo>
                  <a:pt x="0" y="1061168"/>
                </a:lnTo>
                <a:close/>
              </a:path>
            </a:pathLst>
          </a:custGeom>
          <a:blipFill>
            <a:blip r:embed="rId6"/>
            <a:stretch>
              <a:fillRect l="0" t="0" r="0" b="0"/>
            </a:stretch>
          </a:blipFill>
        </p:spPr>
      </p:sp>
      <p:sp>
        <p:nvSpPr>
          <p:cNvPr name="Freeform 6" id="6"/>
          <p:cNvSpPr/>
          <p:nvPr/>
        </p:nvSpPr>
        <p:spPr>
          <a:xfrm flipH="false" flipV="false" rot="0">
            <a:off x="15399330" y="1112809"/>
            <a:ext cx="1005757" cy="857789"/>
          </a:xfrm>
          <a:custGeom>
            <a:avLst/>
            <a:gdLst/>
            <a:ahLst/>
            <a:cxnLst/>
            <a:rect r="r" b="b" t="t" l="l"/>
            <a:pathLst>
              <a:path h="857789" w="1005757">
                <a:moveTo>
                  <a:pt x="0" y="0"/>
                </a:moveTo>
                <a:lnTo>
                  <a:pt x="1005757" y="0"/>
                </a:lnTo>
                <a:lnTo>
                  <a:pt x="1005757" y="857789"/>
                </a:lnTo>
                <a:lnTo>
                  <a:pt x="0" y="857789"/>
                </a:lnTo>
                <a:lnTo>
                  <a:pt x="0" y="0"/>
                </a:lnTo>
                <a:close/>
              </a:path>
            </a:pathLst>
          </a:custGeom>
          <a:blipFill>
            <a:blip r:embed="rId6"/>
            <a:stretch>
              <a:fillRect l="0" t="0" r="0" b="0"/>
            </a:stretch>
          </a:blipFill>
        </p:spPr>
      </p:sp>
      <p:sp>
        <p:nvSpPr>
          <p:cNvPr name="Freeform 7" id="7"/>
          <p:cNvSpPr/>
          <p:nvPr/>
        </p:nvSpPr>
        <p:spPr>
          <a:xfrm flipH="false" flipV="false" rot="0">
            <a:off x="3594623" y="-1721320"/>
            <a:ext cx="2651415" cy="2627311"/>
          </a:xfrm>
          <a:custGeom>
            <a:avLst/>
            <a:gdLst/>
            <a:ahLst/>
            <a:cxnLst/>
            <a:rect r="r" b="b" t="t" l="l"/>
            <a:pathLst>
              <a:path h="2627311" w="2651415">
                <a:moveTo>
                  <a:pt x="0" y="0"/>
                </a:moveTo>
                <a:lnTo>
                  <a:pt x="2651415" y="0"/>
                </a:lnTo>
                <a:lnTo>
                  <a:pt x="2651415" y="2627312"/>
                </a:lnTo>
                <a:lnTo>
                  <a:pt x="0" y="262731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1479340" y="9448800"/>
            <a:ext cx="2374695" cy="2353106"/>
          </a:xfrm>
          <a:custGeom>
            <a:avLst/>
            <a:gdLst/>
            <a:ahLst/>
            <a:cxnLst/>
            <a:rect r="r" b="b" t="t" l="l"/>
            <a:pathLst>
              <a:path h="2353106" w="2374695">
                <a:moveTo>
                  <a:pt x="0" y="0"/>
                </a:moveTo>
                <a:lnTo>
                  <a:pt x="2374695" y="0"/>
                </a:lnTo>
                <a:lnTo>
                  <a:pt x="2374695" y="2353106"/>
                </a:lnTo>
                <a:lnTo>
                  <a:pt x="0" y="23531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5095399" y="7579220"/>
            <a:ext cx="2381271" cy="2021381"/>
          </a:xfrm>
          <a:custGeom>
            <a:avLst/>
            <a:gdLst/>
            <a:ahLst/>
            <a:cxnLst/>
            <a:rect r="r" b="b" t="t" l="l"/>
            <a:pathLst>
              <a:path h="2021381" w="2381271">
                <a:moveTo>
                  <a:pt x="0" y="0"/>
                </a:moveTo>
                <a:lnTo>
                  <a:pt x="2381271" y="0"/>
                </a:lnTo>
                <a:lnTo>
                  <a:pt x="2381271" y="2021381"/>
                </a:lnTo>
                <a:lnTo>
                  <a:pt x="0" y="2021381"/>
                </a:lnTo>
                <a:lnTo>
                  <a:pt x="0" y="0"/>
                </a:lnTo>
                <a:close/>
              </a:path>
            </a:pathLst>
          </a:custGeom>
          <a:blipFill>
            <a:blip r:embed="rId9"/>
            <a:stretch>
              <a:fillRect l="0" t="0" r="0" b="0"/>
            </a:stretch>
          </a:blipFill>
        </p:spPr>
      </p:sp>
      <p:sp>
        <p:nvSpPr>
          <p:cNvPr name="Freeform 10" id="10"/>
          <p:cNvSpPr/>
          <p:nvPr/>
        </p:nvSpPr>
        <p:spPr>
          <a:xfrm flipH="false" flipV="false" rot="0">
            <a:off x="4557341" y="3300874"/>
            <a:ext cx="9173317" cy="4896258"/>
          </a:xfrm>
          <a:custGeom>
            <a:avLst/>
            <a:gdLst/>
            <a:ahLst/>
            <a:cxnLst/>
            <a:rect r="r" b="b" t="t" l="l"/>
            <a:pathLst>
              <a:path h="4896258" w="9173317">
                <a:moveTo>
                  <a:pt x="0" y="0"/>
                </a:moveTo>
                <a:lnTo>
                  <a:pt x="9173318" y="0"/>
                </a:lnTo>
                <a:lnTo>
                  <a:pt x="9173318" y="4896258"/>
                </a:lnTo>
                <a:lnTo>
                  <a:pt x="0" y="4896258"/>
                </a:lnTo>
                <a:lnTo>
                  <a:pt x="0" y="0"/>
                </a:lnTo>
                <a:close/>
              </a:path>
            </a:pathLst>
          </a:custGeom>
          <a:blipFill>
            <a:blip r:embed="rId10"/>
            <a:stretch>
              <a:fillRect l="0" t="0" r="0" b="0"/>
            </a:stretch>
          </a:blipFill>
        </p:spPr>
      </p:sp>
      <p:sp>
        <p:nvSpPr>
          <p:cNvPr name="TextBox 11" id="11"/>
          <p:cNvSpPr txBox="true"/>
          <p:nvPr/>
        </p:nvSpPr>
        <p:spPr>
          <a:xfrm rot="0">
            <a:off x="3000829" y="2235441"/>
            <a:ext cx="11902797" cy="762000"/>
          </a:xfrm>
          <a:prstGeom prst="rect">
            <a:avLst/>
          </a:prstGeom>
        </p:spPr>
        <p:txBody>
          <a:bodyPr anchor="t" rtlCol="false" tIns="0" lIns="0" bIns="0" rIns="0">
            <a:spAutoFit/>
          </a:bodyPr>
          <a:lstStyle/>
          <a:p>
            <a:pPr algn="ctr">
              <a:lnSpc>
                <a:spcPts val="5999"/>
              </a:lnSpc>
            </a:pPr>
            <a:r>
              <a:rPr lang="en-US" sz="4999" b="true">
                <a:solidFill>
                  <a:srgbClr val="FFFFFF"/>
                </a:solidFill>
                <a:latin typeface="TT Chocolates Bold"/>
                <a:ea typeface="TT Chocolates Bold"/>
                <a:cs typeface="TT Chocolates Bold"/>
                <a:sym typeface="TT Chocolates Bold"/>
              </a:rPr>
              <a:t>Hasil Implementasi</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541980"/>
        </a:solidFill>
      </p:bgPr>
    </p:bg>
    <p:spTree>
      <p:nvGrpSpPr>
        <p:cNvPr id="1" name=""/>
        <p:cNvGrpSpPr/>
        <p:nvPr/>
      </p:nvGrpSpPr>
      <p:grpSpPr>
        <a:xfrm>
          <a:off x="0" y="0"/>
          <a:ext cx="0" cy="0"/>
          <a:chOff x="0" y="0"/>
          <a:chExt cx="0" cy="0"/>
        </a:xfrm>
      </p:grpSpPr>
      <p:sp>
        <p:nvSpPr>
          <p:cNvPr name="Freeform 2" id="2"/>
          <p:cNvSpPr/>
          <p:nvPr/>
        </p:nvSpPr>
        <p:spPr>
          <a:xfrm flipH="true" flipV="false" rot="0">
            <a:off x="586365" y="686399"/>
            <a:ext cx="17115270" cy="8914203"/>
          </a:xfrm>
          <a:custGeom>
            <a:avLst/>
            <a:gdLst/>
            <a:ahLst/>
            <a:cxnLst/>
            <a:rect r="r" b="b" t="t" l="l"/>
            <a:pathLst>
              <a:path h="8914203" w="17115270">
                <a:moveTo>
                  <a:pt x="17115270" y="0"/>
                </a:moveTo>
                <a:lnTo>
                  <a:pt x="0" y="0"/>
                </a:lnTo>
                <a:lnTo>
                  <a:pt x="0" y="8914202"/>
                </a:lnTo>
                <a:lnTo>
                  <a:pt x="17115270" y="8914202"/>
                </a:lnTo>
                <a:lnTo>
                  <a:pt x="1711527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04103">
            <a:off x="581139" y="820360"/>
            <a:ext cx="2400618" cy="2047436"/>
          </a:xfrm>
          <a:custGeom>
            <a:avLst/>
            <a:gdLst/>
            <a:ahLst/>
            <a:cxnLst/>
            <a:rect r="r" b="b" t="t" l="l"/>
            <a:pathLst>
              <a:path h="2047436" w="2400618">
                <a:moveTo>
                  <a:pt x="0" y="0"/>
                </a:moveTo>
                <a:lnTo>
                  <a:pt x="2400619" y="0"/>
                </a:lnTo>
                <a:lnTo>
                  <a:pt x="2400619" y="2047436"/>
                </a:lnTo>
                <a:lnTo>
                  <a:pt x="0" y="2047436"/>
                </a:lnTo>
                <a:lnTo>
                  <a:pt x="0" y="0"/>
                </a:lnTo>
                <a:close/>
              </a:path>
            </a:pathLst>
          </a:custGeom>
          <a:blipFill>
            <a:blip r:embed="rId4"/>
            <a:stretch>
              <a:fillRect l="0" t="0" r="0" b="0"/>
            </a:stretch>
          </a:blipFill>
        </p:spPr>
      </p:sp>
      <p:sp>
        <p:nvSpPr>
          <p:cNvPr name="Freeform 4" id="4"/>
          <p:cNvSpPr/>
          <p:nvPr/>
        </p:nvSpPr>
        <p:spPr>
          <a:xfrm flipH="false" flipV="true" rot="0">
            <a:off x="1241521" y="8197132"/>
            <a:ext cx="1244220" cy="1061168"/>
          </a:xfrm>
          <a:custGeom>
            <a:avLst/>
            <a:gdLst/>
            <a:ahLst/>
            <a:cxnLst/>
            <a:rect r="r" b="b" t="t" l="l"/>
            <a:pathLst>
              <a:path h="1061168" w="1244220">
                <a:moveTo>
                  <a:pt x="0" y="1061168"/>
                </a:moveTo>
                <a:lnTo>
                  <a:pt x="1244220" y="1061168"/>
                </a:lnTo>
                <a:lnTo>
                  <a:pt x="1244220" y="0"/>
                </a:lnTo>
                <a:lnTo>
                  <a:pt x="0" y="0"/>
                </a:lnTo>
                <a:lnTo>
                  <a:pt x="0" y="1061168"/>
                </a:lnTo>
                <a:close/>
              </a:path>
            </a:pathLst>
          </a:custGeom>
          <a:blipFill>
            <a:blip r:embed="rId4"/>
            <a:stretch>
              <a:fillRect l="0" t="0" r="0" b="0"/>
            </a:stretch>
          </a:blipFill>
        </p:spPr>
      </p:sp>
      <p:sp>
        <p:nvSpPr>
          <p:cNvPr name="Freeform 5" id="5"/>
          <p:cNvSpPr/>
          <p:nvPr/>
        </p:nvSpPr>
        <p:spPr>
          <a:xfrm flipH="true" flipV="true" rot="0">
            <a:off x="1781448" y="1968012"/>
            <a:ext cx="13401854" cy="6980132"/>
          </a:xfrm>
          <a:custGeom>
            <a:avLst/>
            <a:gdLst/>
            <a:ahLst/>
            <a:cxnLst/>
            <a:rect r="r" b="b" t="t" l="l"/>
            <a:pathLst>
              <a:path h="6980132" w="13401854">
                <a:moveTo>
                  <a:pt x="13401854" y="6980133"/>
                </a:moveTo>
                <a:lnTo>
                  <a:pt x="0" y="6980133"/>
                </a:lnTo>
                <a:lnTo>
                  <a:pt x="0" y="0"/>
                </a:lnTo>
                <a:lnTo>
                  <a:pt x="13401854" y="0"/>
                </a:lnTo>
                <a:lnTo>
                  <a:pt x="13401854" y="698013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348341" y="1415184"/>
            <a:ext cx="1005757" cy="857789"/>
          </a:xfrm>
          <a:custGeom>
            <a:avLst/>
            <a:gdLst/>
            <a:ahLst/>
            <a:cxnLst/>
            <a:rect r="r" b="b" t="t" l="l"/>
            <a:pathLst>
              <a:path h="857789" w="1005757">
                <a:moveTo>
                  <a:pt x="0" y="0"/>
                </a:moveTo>
                <a:lnTo>
                  <a:pt x="1005757" y="0"/>
                </a:lnTo>
                <a:lnTo>
                  <a:pt x="1005757" y="857788"/>
                </a:lnTo>
                <a:lnTo>
                  <a:pt x="0" y="857788"/>
                </a:lnTo>
                <a:lnTo>
                  <a:pt x="0" y="0"/>
                </a:lnTo>
                <a:close/>
              </a:path>
            </a:pathLst>
          </a:custGeom>
          <a:blipFill>
            <a:blip r:embed="rId4"/>
            <a:stretch>
              <a:fillRect l="0" t="0" r="0" b="0"/>
            </a:stretch>
          </a:blipFill>
        </p:spPr>
      </p:sp>
      <p:sp>
        <p:nvSpPr>
          <p:cNvPr name="Freeform 7" id="7"/>
          <p:cNvSpPr/>
          <p:nvPr/>
        </p:nvSpPr>
        <p:spPr>
          <a:xfrm flipH="false" flipV="false" rot="0">
            <a:off x="14810985" y="9448800"/>
            <a:ext cx="2182447" cy="2162606"/>
          </a:xfrm>
          <a:custGeom>
            <a:avLst/>
            <a:gdLst/>
            <a:ahLst/>
            <a:cxnLst/>
            <a:rect r="r" b="b" t="t" l="l"/>
            <a:pathLst>
              <a:path h="2162606" w="2182447">
                <a:moveTo>
                  <a:pt x="0" y="0"/>
                </a:moveTo>
                <a:lnTo>
                  <a:pt x="2182447" y="0"/>
                </a:lnTo>
                <a:lnTo>
                  <a:pt x="2182447" y="2162606"/>
                </a:lnTo>
                <a:lnTo>
                  <a:pt x="0" y="21626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6313045" y="1133475"/>
            <a:ext cx="680388" cy="654409"/>
          </a:xfrm>
          <a:custGeom>
            <a:avLst/>
            <a:gdLst/>
            <a:ahLst/>
            <a:cxnLst/>
            <a:rect r="r" b="b" t="t" l="l"/>
            <a:pathLst>
              <a:path h="654409" w="680388">
                <a:moveTo>
                  <a:pt x="0" y="0"/>
                </a:moveTo>
                <a:lnTo>
                  <a:pt x="680387" y="0"/>
                </a:lnTo>
                <a:lnTo>
                  <a:pt x="680387" y="654409"/>
                </a:lnTo>
                <a:lnTo>
                  <a:pt x="0" y="65440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1931013" y="2148711"/>
            <a:ext cx="13102723" cy="6799434"/>
          </a:xfrm>
          <a:prstGeom prst="rect">
            <a:avLst/>
          </a:prstGeom>
        </p:spPr>
        <p:txBody>
          <a:bodyPr anchor="t" rtlCol="false" tIns="0" lIns="0" bIns="0" rIns="0">
            <a:spAutoFit/>
          </a:bodyPr>
          <a:lstStyle/>
          <a:p>
            <a:pPr algn="ctr">
              <a:lnSpc>
                <a:spcPts val="26732"/>
              </a:lnSpc>
            </a:pPr>
            <a:r>
              <a:rPr lang="en-US" sz="22277" b="true">
                <a:solidFill>
                  <a:srgbClr val="FFFFFF"/>
                </a:solidFill>
                <a:latin typeface="TT Chocolates Bold"/>
                <a:ea typeface="TT Chocolates Bold"/>
                <a:cs typeface="TT Chocolates Bold"/>
                <a:sym typeface="TT Chocolates Bold"/>
              </a:rPr>
              <a:t>S.O.M</a:t>
            </a:r>
          </a:p>
          <a:p>
            <a:pPr algn="ctr">
              <a:lnSpc>
                <a:spcPts val="26732"/>
              </a:lnSpc>
            </a:pPr>
            <a:r>
              <a:rPr lang="en-US" sz="22277" b="true">
                <a:solidFill>
                  <a:srgbClr val="FFFFFF"/>
                </a:solidFill>
                <a:latin typeface="TT Chocolates Bold"/>
                <a:ea typeface="TT Chocolates Bold"/>
                <a:cs typeface="TT Chocolates Bold"/>
                <a:sym typeface="TT Chocolates Bold"/>
              </a:rPr>
              <a:t>5300A</a:t>
            </a:r>
          </a:p>
        </p:txBody>
      </p:sp>
      <p:sp>
        <p:nvSpPr>
          <p:cNvPr name="Freeform 10" id="10"/>
          <p:cNvSpPr/>
          <p:nvPr/>
        </p:nvSpPr>
        <p:spPr>
          <a:xfrm flipH="false" flipV="false" rot="0">
            <a:off x="3594623" y="-1721320"/>
            <a:ext cx="2651415" cy="2627311"/>
          </a:xfrm>
          <a:custGeom>
            <a:avLst/>
            <a:gdLst/>
            <a:ahLst/>
            <a:cxnLst/>
            <a:rect r="r" b="b" t="t" l="l"/>
            <a:pathLst>
              <a:path h="2627311" w="2651415">
                <a:moveTo>
                  <a:pt x="0" y="0"/>
                </a:moveTo>
                <a:lnTo>
                  <a:pt x="2651415" y="0"/>
                </a:lnTo>
                <a:lnTo>
                  <a:pt x="2651415" y="2627312"/>
                </a:lnTo>
                <a:lnTo>
                  <a:pt x="0" y="26273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541980"/>
        </a:solidFill>
      </p:bgPr>
    </p:bg>
    <p:spTree>
      <p:nvGrpSpPr>
        <p:cNvPr id="1" name=""/>
        <p:cNvGrpSpPr/>
        <p:nvPr/>
      </p:nvGrpSpPr>
      <p:grpSpPr>
        <a:xfrm>
          <a:off x="0" y="0"/>
          <a:ext cx="0" cy="0"/>
          <a:chOff x="0" y="0"/>
          <a:chExt cx="0" cy="0"/>
        </a:xfrm>
      </p:grpSpPr>
      <p:sp>
        <p:nvSpPr>
          <p:cNvPr name="Freeform 2" id="2"/>
          <p:cNvSpPr/>
          <p:nvPr/>
        </p:nvSpPr>
        <p:spPr>
          <a:xfrm flipH="true" flipV="false" rot="0">
            <a:off x="586365" y="686399"/>
            <a:ext cx="17115270" cy="8914203"/>
          </a:xfrm>
          <a:custGeom>
            <a:avLst/>
            <a:gdLst/>
            <a:ahLst/>
            <a:cxnLst/>
            <a:rect r="r" b="b" t="t" l="l"/>
            <a:pathLst>
              <a:path h="8914203" w="17115270">
                <a:moveTo>
                  <a:pt x="17115270" y="0"/>
                </a:moveTo>
                <a:lnTo>
                  <a:pt x="0" y="0"/>
                </a:lnTo>
                <a:lnTo>
                  <a:pt x="0" y="8914202"/>
                </a:lnTo>
                <a:lnTo>
                  <a:pt x="17115270" y="8914202"/>
                </a:lnTo>
                <a:lnTo>
                  <a:pt x="1711527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04103">
            <a:off x="581139" y="820360"/>
            <a:ext cx="2400618" cy="2047436"/>
          </a:xfrm>
          <a:custGeom>
            <a:avLst/>
            <a:gdLst/>
            <a:ahLst/>
            <a:cxnLst/>
            <a:rect r="r" b="b" t="t" l="l"/>
            <a:pathLst>
              <a:path h="2047436" w="2400618">
                <a:moveTo>
                  <a:pt x="0" y="0"/>
                </a:moveTo>
                <a:lnTo>
                  <a:pt x="2400619" y="0"/>
                </a:lnTo>
                <a:lnTo>
                  <a:pt x="2400619" y="2047436"/>
                </a:lnTo>
                <a:lnTo>
                  <a:pt x="0" y="2047436"/>
                </a:lnTo>
                <a:lnTo>
                  <a:pt x="0" y="0"/>
                </a:lnTo>
                <a:close/>
              </a:path>
            </a:pathLst>
          </a:custGeom>
          <a:blipFill>
            <a:blip r:embed="rId4"/>
            <a:stretch>
              <a:fillRect l="0" t="0" r="0" b="0"/>
            </a:stretch>
          </a:blipFill>
        </p:spPr>
      </p:sp>
      <p:sp>
        <p:nvSpPr>
          <p:cNvPr name="Freeform 4" id="4"/>
          <p:cNvSpPr/>
          <p:nvPr/>
        </p:nvSpPr>
        <p:spPr>
          <a:xfrm flipH="false" flipV="true" rot="0">
            <a:off x="1241521" y="8197132"/>
            <a:ext cx="1244220" cy="1061168"/>
          </a:xfrm>
          <a:custGeom>
            <a:avLst/>
            <a:gdLst/>
            <a:ahLst/>
            <a:cxnLst/>
            <a:rect r="r" b="b" t="t" l="l"/>
            <a:pathLst>
              <a:path h="1061168" w="1244220">
                <a:moveTo>
                  <a:pt x="0" y="1061168"/>
                </a:moveTo>
                <a:lnTo>
                  <a:pt x="1244220" y="1061168"/>
                </a:lnTo>
                <a:lnTo>
                  <a:pt x="1244220" y="0"/>
                </a:lnTo>
                <a:lnTo>
                  <a:pt x="0" y="0"/>
                </a:lnTo>
                <a:lnTo>
                  <a:pt x="0" y="1061168"/>
                </a:lnTo>
                <a:close/>
              </a:path>
            </a:pathLst>
          </a:custGeom>
          <a:blipFill>
            <a:blip r:embed="rId4"/>
            <a:stretch>
              <a:fillRect l="0" t="0" r="0" b="0"/>
            </a:stretch>
          </a:blipFill>
        </p:spPr>
      </p:sp>
      <p:sp>
        <p:nvSpPr>
          <p:cNvPr name="Freeform 5" id="5"/>
          <p:cNvSpPr/>
          <p:nvPr/>
        </p:nvSpPr>
        <p:spPr>
          <a:xfrm flipH="true" flipV="true" rot="0">
            <a:off x="1781448" y="1968012"/>
            <a:ext cx="13401854" cy="6980132"/>
          </a:xfrm>
          <a:custGeom>
            <a:avLst/>
            <a:gdLst/>
            <a:ahLst/>
            <a:cxnLst/>
            <a:rect r="r" b="b" t="t" l="l"/>
            <a:pathLst>
              <a:path h="6980132" w="13401854">
                <a:moveTo>
                  <a:pt x="13401854" y="6980133"/>
                </a:moveTo>
                <a:lnTo>
                  <a:pt x="0" y="6980133"/>
                </a:lnTo>
                <a:lnTo>
                  <a:pt x="0" y="0"/>
                </a:lnTo>
                <a:lnTo>
                  <a:pt x="13401854" y="0"/>
                </a:lnTo>
                <a:lnTo>
                  <a:pt x="13401854" y="698013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383479" y="3302058"/>
            <a:ext cx="5121624" cy="3892435"/>
          </a:xfrm>
          <a:custGeom>
            <a:avLst/>
            <a:gdLst/>
            <a:ahLst/>
            <a:cxnLst/>
            <a:rect r="r" b="b" t="t" l="l"/>
            <a:pathLst>
              <a:path h="3892435" w="5121624">
                <a:moveTo>
                  <a:pt x="0" y="0"/>
                </a:moveTo>
                <a:lnTo>
                  <a:pt x="5121625" y="0"/>
                </a:lnTo>
                <a:lnTo>
                  <a:pt x="5121625" y="3892434"/>
                </a:lnTo>
                <a:lnTo>
                  <a:pt x="0" y="38924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true" flipV="false" rot="0">
            <a:off x="10205466" y="1133475"/>
            <a:ext cx="7187184" cy="8229600"/>
          </a:xfrm>
          <a:custGeom>
            <a:avLst/>
            <a:gdLst/>
            <a:ahLst/>
            <a:cxnLst/>
            <a:rect r="r" b="b" t="t" l="l"/>
            <a:pathLst>
              <a:path h="8229600" w="7187184">
                <a:moveTo>
                  <a:pt x="7187184" y="0"/>
                </a:moveTo>
                <a:lnTo>
                  <a:pt x="0" y="0"/>
                </a:lnTo>
                <a:lnTo>
                  <a:pt x="0" y="8229600"/>
                </a:lnTo>
                <a:lnTo>
                  <a:pt x="7187184" y="8229600"/>
                </a:lnTo>
                <a:lnTo>
                  <a:pt x="7187184" y="0"/>
                </a:lnTo>
                <a:close/>
              </a:path>
            </a:pathLst>
          </a:custGeom>
          <a:blipFill>
            <a:blip r:embed="rId7"/>
            <a:stretch>
              <a:fillRect l="0" t="0" r="0" b="0"/>
            </a:stretch>
          </a:blipFill>
        </p:spPr>
      </p:sp>
      <p:sp>
        <p:nvSpPr>
          <p:cNvPr name="Freeform 8" id="8"/>
          <p:cNvSpPr/>
          <p:nvPr/>
        </p:nvSpPr>
        <p:spPr>
          <a:xfrm flipH="false" flipV="false" rot="0">
            <a:off x="10348341" y="1415184"/>
            <a:ext cx="1005757" cy="857789"/>
          </a:xfrm>
          <a:custGeom>
            <a:avLst/>
            <a:gdLst/>
            <a:ahLst/>
            <a:cxnLst/>
            <a:rect r="r" b="b" t="t" l="l"/>
            <a:pathLst>
              <a:path h="857789" w="1005757">
                <a:moveTo>
                  <a:pt x="0" y="0"/>
                </a:moveTo>
                <a:lnTo>
                  <a:pt x="1005757" y="0"/>
                </a:lnTo>
                <a:lnTo>
                  <a:pt x="1005757" y="857788"/>
                </a:lnTo>
                <a:lnTo>
                  <a:pt x="0" y="857788"/>
                </a:lnTo>
                <a:lnTo>
                  <a:pt x="0" y="0"/>
                </a:lnTo>
                <a:close/>
              </a:path>
            </a:pathLst>
          </a:custGeom>
          <a:blipFill>
            <a:blip r:embed="rId4"/>
            <a:stretch>
              <a:fillRect l="0" t="0" r="0" b="0"/>
            </a:stretch>
          </a:blipFill>
        </p:spPr>
      </p:sp>
      <p:sp>
        <p:nvSpPr>
          <p:cNvPr name="Freeform 9" id="9"/>
          <p:cNvSpPr/>
          <p:nvPr/>
        </p:nvSpPr>
        <p:spPr>
          <a:xfrm flipH="false" flipV="false" rot="0">
            <a:off x="14810985" y="9448800"/>
            <a:ext cx="2182447" cy="2162606"/>
          </a:xfrm>
          <a:custGeom>
            <a:avLst/>
            <a:gdLst/>
            <a:ahLst/>
            <a:cxnLst/>
            <a:rect r="r" b="b" t="t" l="l"/>
            <a:pathLst>
              <a:path h="2162606" w="2182447">
                <a:moveTo>
                  <a:pt x="0" y="0"/>
                </a:moveTo>
                <a:lnTo>
                  <a:pt x="2182447" y="0"/>
                </a:lnTo>
                <a:lnTo>
                  <a:pt x="2182447" y="2162606"/>
                </a:lnTo>
                <a:lnTo>
                  <a:pt x="0" y="21626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6313045" y="1133475"/>
            <a:ext cx="680388" cy="654409"/>
          </a:xfrm>
          <a:custGeom>
            <a:avLst/>
            <a:gdLst/>
            <a:ahLst/>
            <a:cxnLst/>
            <a:rect r="r" b="b" t="t" l="l"/>
            <a:pathLst>
              <a:path h="654409" w="680388">
                <a:moveTo>
                  <a:pt x="0" y="0"/>
                </a:moveTo>
                <a:lnTo>
                  <a:pt x="680387" y="0"/>
                </a:lnTo>
                <a:lnTo>
                  <a:pt x="680387" y="654409"/>
                </a:lnTo>
                <a:lnTo>
                  <a:pt x="0" y="65440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2799485" y="3810073"/>
            <a:ext cx="5293648" cy="2761952"/>
          </a:xfrm>
          <a:prstGeom prst="rect">
            <a:avLst/>
          </a:prstGeom>
        </p:spPr>
        <p:txBody>
          <a:bodyPr anchor="t" rtlCol="false" tIns="0" lIns="0" bIns="0" rIns="0">
            <a:spAutoFit/>
          </a:bodyPr>
          <a:lstStyle/>
          <a:p>
            <a:pPr algn="ctr">
              <a:lnSpc>
                <a:spcPts val="10800"/>
              </a:lnSpc>
            </a:pPr>
            <a:r>
              <a:rPr lang="en-US" sz="9000" b="true">
                <a:solidFill>
                  <a:srgbClr val="FFFFFF"/>
                </a:solidFill>
                <a:latin typeface="TT Chocolates Bold"/>
                <a:ea typeface="TT Chocolates Bold"/>
                <a:cs typeface="TT Chocolates Bold"/>
                <a:sym typeface="TT Chocolates Bold"/>
              </a:rPr>
              <a:t>Terima Kasih</a:t>
            </a:r>
          </a:p>
        </p:txBody>
      </p:sp>
      <p:sp>
        <p:nvSpPr>
          <p:cNvPr name="Freeform 12" id="12"/>
          <p:cNvSpPr/>
          <p:nvPr/>
        </p:nvSpPr>
        <p:spPr>
          <a:xfrm flipH="false" flipV="false" rot="0">
            <a:off x="7272288" y="7194492"/>
            <a:ext cx="820846" cy="789505"/>
          </a:xfrm>
          <a:custGeom>
            <a:avLst/>
            <a:gdLst/>
            <a:ahLst/>
            <a:cxnLst/>
            <a:rect r="r" b="b" t="t" l="l"/>
            <a:pathLst>
              <a:path h="789505" w="820846">
                <a:moveTo>
                  <a:pt x="0" y="0"/>
                </a:moveTo>
                <a:lnTo>
                  <a:pt x="820846" y="0"/>
                </a:lnTo>
                <a:lnTo>
                  <a:pt x="820846" y="789505"/>
                </a:lnTo>
                <a:lnTo>
                  <a:pt x="0" y="78950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3594623" y="-1721320"/>
            <a:ext cx="2651415" cy="2627311"/>
          </a:xfrm>
          <a:custGeom>
            <a:avLst/>
            <a:gdLst/>
            <a:ahLst/>
            <a:cxnLst/>
            <a:rect r="r" b="b" t="t" l="l"/>
            <a:pathLst>
              <a:path h="2627311" w="2651415">
                <a:moveTo>
                  <a:pt x="0" y="0"/>
                </a:moveTo>
                <a:lnTo>
                  <a:pt x="2651415" y="0"/>
                </a:lnTo>
                <a:lnTo>
                  <a:pt x="2651415" y="2627312"/>
                </a:lnTo>
                <a:lnTo>
                  <a:pt x="0" y="262731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DAG7HKeONy0</dc:identifier>
  <dcterms:modified xsi:type="dcterms:W3CDTF">2011-08-01T06:04:30Z</dcterms:modified>
  <cp:revision>1</cp:revision>
  <dc:title>Kelompok 5</dc:title>
</cp:coreProperties>
</file>